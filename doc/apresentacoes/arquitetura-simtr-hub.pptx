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8" r:id="rId3"/>
    <p:sldId id="257" r:id="rId4"/>
    <p:sldId id="266" r:id="rId5"/>
    <p:sldId id="265" r:id="rId6"/>
    <p:sldId id="259" r:id="rId7"/>
    <p:sldId id="267" r:id="rId8"/>
    <p:sldId id="269" r:id="rId9"/>
    <p:sldId id="264" r:id="rId10"/>
    <p:sldId id="260" r:id="rId11"/>
    <p:sldId id="261" r:id="rId12"/>
    <p:sldId id="263" r:id="rId13"/>
    <p:sldId id="262" r:id="rId14"/>
    <p:sldId id="270" r:id="rId15"/>
    <p:sldId id="272" r:id="rId16"/>
    <p:sldId id="273" r:id="rId17"/>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B8E221-FCCC-48E3-8EC4-4C8FA9CF15F8}" v="15" dt="2026-07-17T11:25:05.2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1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oardo Bianco" userId="9f67fd2a31e7e99a" providerId="LiveId" clId="{CA99112C-1FC8-49BD-92AB-4017A60B5A10}"/>
    <pc:docChg chg="undo custSel addSld delSld modSld sldOrd">
      <pc:chgData name="Edoardo Bianco" userId="9f67fd2a31e7e99a" providerId="LiveId" clId="{CA99112C-1FC8-49BD-92AB-4017A60B5A10}" dt="2026-07-17T11:46:16.772" v="893" actId="20577"/>
      <pc:docMkLst>
        <pc:docMk/>
      </pc:docMkLst>
      <pc:sldChg chg="modSp mod">
        <pc:chgData name="Edoardo Bianco" userId="9f67fd2a31e7e99a" providerId="LiveId" clId="{CA99112C-1FC8-49BD-92AB-4017A60B5A10}" dt="2026-07-16T17:30:11.139" v="42" actId="790"/>
        <pc:sldMkLst>
          <pc:docMk/>
          <pc:sldMk cId="164730925" sldId="256"/>
        </pc:sldMkLst>
        <pc:spChg chg="mod">
          <ac:chgData name="Edoardo Bianco" userId="9f67fd2a31e7e99a" providerId="LiveId" clId="{CA99112C-1FC8-49BD-92AB-4017A60B5A10}" dt="2026-07-16T17:30:11.139" v="42" actId="790"/>
          <ac:spMkLst>
            <pc:docMk/>
            <pc:sldMk cId="164730925" sldId="256"/>
            <ac:spMk id="2" creationId="{DB601CF7-1375-43BD-AED7-F8281E834CED}"/>
          </ac:spMkLst>
        </pc:spChg>
        <pc:spChg chg="mod">
          <ac:chgData name="Edoardo Bianco" userId="9f67fd2a31e7e99a" providerId="LiveId" clId="{CA99112C-1FC8-49BD-92AB-4017A60B5A10}" dt="2026-07-16T17:30:11.139" v="42" actId="790"/>
          <ac:spMkLst>
            <pc:docMk/>
            <pc:sldMk cId="164730925" sldId="256"/>
            <ac:spMk id="3" creationId="{0E30A445-2400-4681-85E0-325429593303}"/>
          </ac:spMkLst>
        </pc:spChg>
        <pc:spChg chg="mod">
          <ac:chgData name="Edoardo Bianco" userId="9f67fd2a31e7e99a" providerId="LiveId" clId="{CA99112C-1FC8-49BD-92AB-4017A60B5A10}" dt="2026-07-16T17:30:11.139" v="42" actId="790"/>
          <ac:spMkLst>
            <pc:docMk/>
            <pc:sldMk cId="164730925" sldId="256"/>
            <ac:spMk id="4" creationId="{46398106-2B98-43CF-8B08-9E63B48FA47F}"/>
          </ac:spMkLst>
        </pc:spChg>
        <pc:spChg chg="mod">
          <ac:chgData name="Edoardo Bianco" userId="9f67fd2a31e7e99a" providerId="LiveId" clId="{CA99112C-1FC8-49BD-92AB-4017A60B5A10}" dt="2026-07-16T17:30:11.139" v="42" actId="790"/>
          <ac:spMkLst>
            <pc:docMk/>
            <pc:sldMk cId="164730925" sldId="256"/>
            <ac:spMk id="5" creationId="{B99C6D35-0C04-42D5-A8FB-706FDE053C7A}"/>
          </ac:spMkLst>
        </pc:spChg>
        <pc:spChg chg="mod">
          <ac:chgData name="Edoardo Bianco" userId="9f67fd2a31e7e99a" providerId="LiveId" clId="{CA99112C-1FC8-49BD-92AB-4017A60B5A10}" dt="2026-07-16T17:30:11.139" v="42" actId="790"/>
          <ac:spMkLst>
            <pc:docMk/>
            <pc:sldMk cId="164730925" sldId="256"/>
            <ac:spMk id="6" creationId="{AA995865-DF8F-498E-B961-104533C7C38A}"/>
          </ac:spMkLst>
        </pc:spChg>
      </pc:sldChg>
      <pc:sldChg chg="modSp mod">
        <pc:chgData name="Edoardo Bianco" userId="9f67fd2a31e7e99a" providerId="LiveId" clId="{CA99112C-1FC8-49BD-92AB-4017A60B5A10}" dt="2026-07-16T17:45:52.885" v="84" actId="790"/>
        <pc:sldMkLst>
          <pc:docMk/>
          <pc:sldMk cId="968190667" sldId="257"/>
        </pc:sldMkLst>
        <pc:spChg chg="mod">
          <ac:chgData name="Edoardo Bianco" userId="9f67fd2a31e7e99a" providerId="LiveId" clId="{CA99112C-1FC8-49BD-92AB-4017A60B5A10}" dt="2026-07-16T17:45:52.885" v="84" actId="790"/>
          <ac:spMkLst>
            <pc:docMk/>
            <pc:sldMk cId="968190667" sldId="257"/>
            <ac:spMk id="5" creationId="{79760F27-E8B9-445F-A311-2C0293138A0F}"/>
          </ac:spMkLst>
        </pc:spChg>
        <pc:spChg chg="mod">
          <ac:chgData name="Edoardo Bianco" userId="9f67fd2a31e7e99a" providerId="LiveId" clId="{CA99112C-1FC8-49BD-92AB-4017A60B5A10}" dt="2026-07-16T17:45:52.885" v="84" actId="790"/>
          <ac:spMkLst>
            <pc:docMk/>
            <pc:sldMk cId="968190667" sldId="257"/>
            <ac:spMk id="6" creationId="{E7D440F6-396B-49D9-8450-8EF5BD5208E1}"/>
          </ac:spMkLst>
        </pc:spChg>
        <pc:spChg chg="mod">
          <ac:chgData name="Edoardo Bianco" userId="9f67fd2a31e7e99a" providerId="LiveId" clId="{CA99112C-1FC8-49BD-92AB-4017A60B5A10}" dt="2026-07-16T17:45:52.885" v="84" actId="790"/>
          <ac:spMkLst>
            <pc:docMk/>
            <pc:sldMk cId="968190667" sldId="257"/>
            <ac:spMk id="8" creationId="{117E8E3D-4CBC-42AB-ACDB-2FCC6E6EE8AE}"/>
          </ac:spMkLst>
        </pc:spChg>
        <pc:spChg chg="mod">
          <ac:chgData name="Edoardo Bianco" userId="9f67fd2a31e7e99a" providerId="LiveId" clId="{CA99112C-1FC8-49BD-92AB-4017A60B5A10}" dt="2026-07-16T17:45:52.885" v="84" actId="790"/>
          <ac:spMkLst>
            <pc:docMk/>
            <pc:sldMk cId="968190667" sldId="257"/>
            <ac:spMk id="10" creationId="{509C9C3B-C1F9-4170-9C27-32F3352A146C}"/>
          </ac:spMkLst>
        </pc:spChg>
        <pc:spChg chg="mod">
          <ac:chgData name="Edoardo Bianco" userId="9f67fd2a31e7e99a" providerId="LiveId" clId="{CA99112C-1FC8-49BD-92AB-4017A60B5A10}" dt="2026-07-16T17:45:52.885" v="84" actId="790"/>
          <ac:spMkLst>
            <pc:docMk/>
            <pc:sldMk cId="968190667" sldId="257"/>
            <ac:spMk id="11" creationId="{9A46BB3A-040E-493A-BE6A-F038A7A8095E}"/>
          </ac:spMkLst>
        </pc:spChg>
        <pc:spChg chg="mod">
          <ac:chgData name="Edoardo Bianco" userId="9f67fd2a31e7e99a" providerId="LiveId" clId="{CA99112C-1FC8-49BD-92AB-4017A60B5A10}" dt="2026-07-16T17:45:52.885" v="84" actId="790"/>
          <ac:spMkLst>
            <pc:docMk/>
            <pc:sldMk cId="968190667" sldId="257"/>
            <ac:spMk id="12" creationId="{D92E06AC-9514-4C8A-A1D4-DF99ED946A31}"/>
          </ac:spMkLst>
        </pc:spChg>
        <pc:spChg chg="mod">
          <ac:chgData name="Edoardo Bianco" userId="9f67fd2a31e7e99a" providerId="LiveId" clId="{CA99112C-1FC8-49BD-92AB-4017A60B5A10}" dt="2026-07-16T17:45:52.885" v="84" actId="790"/>
          <ac:spMkLst>
            <pc:docMk/>
            <pc:sldMk cId="968190667" sldId="257"/>
            <ac:spMk id="13" creationId="{4989E215-BFA2-48A6-B850-683321C2A4AE}"/>
          </ac:spMkLst>
        </pc:spChg>
        <pc:spChg chg="mod">
          <ac:chgData name="Edoardo Bianco" userId="9f67fd2a31e7e99a" providerId="LiveId" clId="{CA99112C-1FC8-49BD-92AB-4017A60B5A10}" dt="2026-07-16T17:45:52.885" v="84" actId="790"/>
          <ac:spMkLst>
            <pc:docMk/>
            <pc:sldMk cId="968190667" sldId="257"/>
            <ac:spMk id="17" creationId="{552BC628-CCE0-4CE1-8C37-B8883296338F}"/>
          </ac:spMkLst>
        </pc:spChg>
        <pc:spChg chg="mod">
          <ac:chgData name="Edoardo Bianco" userId="9f67fd2a31e7e99a" providerId="LiveId" clId="{CA99112C-1FC8-49BD-92AB-4017A60B5A10}" dt="2026-07-16T17:45:52.885" v="84" actId="790"/>
          <ac:spMkLst>
            <pc:docMk/>
            <pc:sldMk cId="968190667" sldId="257"/>
            <ac:spMk id="19" creationId="{33B206D2-42CA-4064-B40B-02EC647870F1}"/>
          </ac:spMkLst>
        </pc:spChg>
        <pc:spChg chg="mod">
          <ac:chgData name="Edoardo Bianco" userId="9f67fd2a31e7e99a" providerId="LiveId" clId="{CA99112C-1FC8-49BD-92AB-4017A60B5A10}" dt="2026-07-16T17:45:52.885" v="84" actId="790"/>
          <ac:spMkLst>
            <pc:docMk/>
            <pc:sldMk cId="968190667" sldId="257"/>
            <ac:spMk id="21" creationId="{B4DD53C2-7B54-4DBB-816A-F1CDA6472822}"/>
          </ac:spMkLst>
        </pc:spChg>
      </pc:sldChg>
      <pc:sldChg chg="addSp delSp modSp mod ord">
        <pc:chgData name="Edoardo Bianco" userId="9f67fd2a31e7e99a" providerId="LiveId" clId="{CA99112C-1FC8-49BD-92AB-4017A60B5A10}" dt="2026-07-17T11:44:53.950" v="872" actId="20577"/>
        <pc:sldMkLst>
          <pc:docMk/>
          <pc:sldMk cId="352145225" sldId="258"/>
        </pc:sldMkLst>
        <pc:spChg chg="del mod">
          <ac:chgData name="Edoardo Bianco" userId="9f67fd2a31e7e99a" providerId="LiveId" clId="{CA99112C-1FC8-49BD-92AB-4017A60B5A10}" dt="2026-07-17T10:21:29.716" v="100" actId="478"/>
          <ac:spMkLst>
            <pc:docMk/>
            <pc:sldMk cId="352145225" sldId="258"/>
            <ac:spMk id="2" creationId="{C91D2DB3-C636-4FC9-A2D5-7C813097447A}"/>
          </ac:spMkLst>
        </pc:spChg>
        <pc:spChg chg="del">
          <ac:chgData name="Edoardo Bianco" userId="9f67fd2a31e7e99a" providerId="LiveId" clId="{CA99112C-1FC8-49BD-92AB-4017A60B5A10}" dt="2026-07-17T10:21:29.716" v="100" actId="478"/>
          <ac:spMkLst>
            <pc:docMk/>
            <pc:sldMk cId="352145225" sldId="258"/>
            <ac:spMk id="3" creationId="{7DB8DD95-D966-418F-B710-F732D698390B}"/>
          </ac:spMkLst>
        </pc:spChg>
        <pc:spChg chg="del">
          <ac:chgData name="Edoardo Bianco" userId="9f67fd2a31e7e99a" providerId="LiveId" clId="{CA99112C-1FC8-49BD-92AB-4017A60B5A10}" dt="2026-07-17T10:21:29.716" v="100" actId="478"/>
          <ac:spMkLst>
            <pc:docMk/>
            <pc:sldMk cId="352145225" sldId="258"/>
            <ac:spMk id="4" creationId="{836DD404-22AC-4DEB-8069-B28055607680}"/>
          </ac:spMkLst>
        </pc:spChg>
        <pc:spChg chg="del">
          <ac:chgData name="Edoardo Bianco" userId="9f67fd2a31e7e99a" providerId="LiveId" clId="{CA99112C-1FC8-49BD-92AB-4017A60B5A10}" dt="2026-07-17T10:21:29.716" v="100" actId="478"/>
          <ac:spMkLst>
            <pc:docMk/>
            <pc:sldMk cId="352145225" sldId="258"/>
            <ac:spMk id="6" creationId="{C89E053E-BA36-406B-8637-D24CF2B5F515}"/>
          </ac:spMkLst>
        </pc:spChg>
        <pc:spChg chg="mod">
          <ac:chgData name="Edoardo Bianco" userId="9f67fd2a31e7e99a" providerId="LiveId" clId="{CA99112C-1FC8-49BD-92AB-4017A60B5A10}" dt="2026-07-17T11:44:53.950" v="872" actId="20577"/>
          <ac:spMkLst>
            <pc:docMk/>
            <pc:sldMk cId="352145225" sldId="258"/>
            <ac:spMk id="9" creationId="{C3918184-3A1C-45D1-A260-20CB021B9C96}"/>
          </ac:spMkLst>
        </pc:spChg>
        <pc:spChg chg="mod">
          <ac:chgData name="Edoardo Bianco" userId="9f67fd2a31e7e99a" providerId="LiveId" clId="{CA99112C-1FC8-49BD-92AB-4017A60B5A10}" dt="2026-07-17T10:21:03.318" v="95" actId="313"/>
          <ac:spMkLst>
            <pc:docMk/>
            <pc:sldMk cId="352145225" sldId="258"/>
            <ac:spMk id="10" creationId="{570EFE4D-CA7D-47D4-B188-01AADB7D73A2}"/>
          </ac:spMkLst>
        </pc:spChg>
        <pc:spChg chg="del">
          <ac:chgData name="Edoardo Bianco" userId="9f67fd2a31e7e99a" providerId="LiveId" clId="{CA99112C-1FC8-49BD-92AB-4017A60B5A10}" dt="2026-07-17T10:21:18.133" v="99" actId="478"/>
          <ac:spMkLst>
            <pc:docMk/>
            <pc:sldMk cId="352145225" sldId="258"/>
            <ac:spMk id="11" creationId="{D0404E47-D0AF-46BF-82F2-277E4E23215A}"/>
          </ac:spMkLst>
        </pc:spChg>
        <pc:spChg chg="del mod">
          <ac:chgData name="Edoardo Bianco" userId="9f67fd2a31e7e99a" providerId="LiveId" clId="{CA99112C-1FC8-49BD-92AB-4017A60B5A10}" dt="2026-07-17T10:21:14.853" v="98" actId="478"/>
          <ac:spMkLst>
            <pc:docMk/>
            <pc:sldMk cId="352145225" sldId="258"/>
            <ac:spMk id="13" creationId="{D523A22E-9C63-47A0-A03D-4F91B7C0A2AD}"/>
          </ac:spMkLst>
        </pc:spChg>
        <pc:spChg chg="del">
          <ac:chgData name="Edoardo Bianco" userId="9f67fd2a31e7e99a" providerId="LiveId" clId="{CA99112C-1FC8-49BD-92AB-4017A60B5A10}" dt="2026-07-17T10:21:14.853" v="98" actId="478"/>
          <ac:spMkLst>
            <pc:docMk/>
            <pc:sldMk cId="352145225" sldId="258"/>
            <ac:spMk id="14" creationId="{5DE2CC37-D5F7-4924-A951-992A59700D2F}"/>
          </ac:spMkLst>
        </pc:spChg>
        <pc:spChg chg="del">
          <ac:chgData name="Edoardo Bianco" userId="9f67fd2a31e7e99a" providerId="LiveId" clId="{CA99112C-1FC8-49BD-92AB-4017A60B5A10}" dt="2026-07-17T10:21:14.853" v="98" actId="478"/>
          <ac:spMkLst>
            <pc:docMk/>
            <pc:sldMk cId="352145225" sldId="258"/>
            <ac:spMk id="16" creationId="{9D7F5C65-AD2A-4343-A635-F7E2E9CCA42D}"/>
          </ac:spMkLst>
        </pc:spChg>
        <pc:spChg chg="mod">
          <ac:chgData name="Edoardo Bianco" userId="9f67fd2a31e7e99a" providerId="LiveId" clId="{CA99112C-1FC8-49BD-92AB-4017A60B5A10}" dt="2026-07-16T17:38:58.104" v="67" actId="790"/>
          <ac:spMkLst>
            <pc:docMk/>
            <pc:sldMk cId="352145225" sldId="258"/>
            <ac:spMk id="17" creationId="{754F0E72-B420-46FE-8157-D9319CD67F22}"/>
          </ac:spMkLst>
        </pc:spChg>
        <pc:spChg chg="del">
          <ac:chgData name="Edoardo Bianco" userId="9f67fd2a31e7e99a" providerId="LiveId" clId="{CA99112C-1FC8-49BD-92AB-4017A60B5A10}" dt="2026-07-17T10:21:14.853" v="98" actId="478"/>
          <ac:spMkLst>
            <pc:docMk/>
            <pc:sldMk cId="352145225" sldId="258"/>
            <ac:spMk id="19" creationId="{9034A692-03BF-407B-9899-608EDE4F3ED3}"/>
          </ac:spMkLst>
        </pc:spChg>
        <pc:spChg chg="del mod">
          <ac:chgData name="Edoardo Bianco" userId="9f67fd2a31e7e99a" providerId="LiveId" clId="{CA99112C-1FC8-49BD-92AB-4017A60B5A10}" dt="2026-07-17T10:21:14.853" v="98" actId="478"/>
          <ac:spMkLst>
            <pc:docMk/>
            <pc:sldMk cId="352145225" sldId="258"/>
            <ac:spMk id="20" creationId="{243036E5-FBE5-4F63-8213-24C44D1CF9AC}"/>
          </ac:spMkLst>
        </pc:spChg>
        <pc:spChg chg="del">
          <ac:chgData name="Edoardo Bianco" userId="9f67fd2a31e7e99a" providerId="LiveId" clId="{CA99112C-1FC8-49BD-92AB-4017A60B5A10}" dt="2026-07-17T10:21:14.853" v="98" actId="478"/>
          <ac:spMkLst>
            <pc:docMk/>
            <pc:sldMk cId="352145225" sldId="258"/>
            <ac:spMk id="21" creationId="{74144888-E23D-46D5-8CD9-54C4BD21EC38}"/>
          </ac:spMkLst>
        </pc:spChg>
        <pc:spChg chg="del">
          <ac:chgData name="Edoardo Bianco" userId="9f67fd2a31e7e99a" providerId="LiveId" clId="{CA99112C-1FC8-49BD-92AB-4017A60B5A10}" dt="2026-07-17T10:21:14.853" v="98" actId="478"/>
          <ac:spMkLst>
            <pc:docMk/>
            <pc:sldMk cId="352145225" sldId="258"/>
            <ac:spMk id="23" creationId="{BB40EF5C-4569-45CC-9092-1DB1B14806B8}"/>
          </ac:spMkLst>
        </pc:spChg>
        <pc:spChg chg="del">
          <ac:chgData name="Edoardo Bianco" userId="9f67fd2a31e7e99a" providerId="LiveId" clId="{CA99112C-1FC8-49BD-92AB-4017A60B5A10}" dt="2026-07-17T10:21:14.853" v="98" actId="478"/>
          <ac:spMkLst>
            <pc:docMk/>
            <pc:sldMk cId="352145225" sldId="258"/>
            <ac:spMk id="24" creationId="{C47819FF-7DA1-4635-9E6A-836BD942EDB1}"/>
          </ac:spMkLst>
        </pc:spChg>
        <pc:spChg chg="del mod">
          <ac:chgData name="Edoardo Bianco" userId="9f67fd2a31e7e99a" providerId="LiveId" clId="{CA99112C-1FC8-49BD-92AB-4017A60B5A10}" dt="2026-07-17T10:21:14.853" v="98" actId="478"/>
          <ac:spMkLst>
            <pc:docMk/>
            <pc:sldMk cId="352145225" sldId="258"/>
            <ac:spMk id="25" creationId="{1F4FB243-3C9E-4CF3-8FA3-3C9B234FB4B6}"/>
          </ac:spMkLst>
        </pc:spChg>
        <pc:spChg chg="del mod">
          <ac:chgData name="Edoardo Bianco" userId="9f67fd2a31e7e99a" providerId="LiveId" clId="{CA99112C-1FC8-49BD-92AB-4017A60B5A10}" dt="2026-07-17T10:21:14.853" v="98" actId="478"/>
          <ac:spMkLst>
            <pc:docMk/>
            <pc:sldMk cId="352145225" sldId="258"/>
            <ac:spMk id="27" creationId="{D1A41138-4E45-47F6-85F6-984281A714C8}"/>
          </ac:spMkLst>
        </pc:spChg>
        <pc:spChg chg="del mod">
          <ac:chgData name="Edoardo Bianco" userId="9f67fd2a31e7e99a" providerId="LiveId" clId="{CA99112C-1FC8-49BD-92AB-4017A60B5A10}" dt="2026-07-17T10:21:29.716" v="100" actId="478"/>
          <ac:spMkLst>
            <pc:docMk/>
            <pc:sldMk cId="352145225" sldId="258"/>
            <ac:spMk id="28" creationId="{F57A70C6-EC19-4880-A994-CDCCF41C5073}"/>
          </ac:spMkLst>
        </pc:spChg>
        <pc:spChg chg="del mod">
          <ac:chgData name="Edoardo Bianco" userId="9f67fd2a31e7e99a" providerId="LiveId" clId="{CA99112C-1FC8-49BD-92AB-4017A60B5A10}" dt="2026-07-17T10:21:29.716" v="100" actId="478"/>
          <ac:spMkLst>
            <pc:docMk/>
            <pc:sldMk cId="352145225" sldId="258"/>
            <ac:spMk id="29" creationId="{72650F90-BDC1-4CBC-A8AB-E81D8E85CE79}"/>
          </ac:spMkLst>
        </pc:spChg>
        <pc:spChg chg="del mod">
          <ac:chgData name="Edoardo Bianco" userId="9f67fd2a31e7e99a" providerId="LiveId" clId="{CA99112C-1FC8-49BD-92AB-4017A60B5A10}" dt="2026-07-17T10:21:29.716" v="100" actId="478"/>
          <ac:spMkLst>
            <pc:docMk/>
            <pc:sldMk cId="352145225" sldId="258"/>
            <ac:spMk id="30" creationId="{57E91B10-B1D9-4CC5-9FA9-0A7B03074185}"/>
          </ac:spMkLst>
        </pc:spChg>
        <pc:spChg chg="del">
          <ac:chgData name="Edoardo Bianco" userId="9f67fd2a31e7e99a" providerId="LiveId" clId="{CA99112C-1FC8-49BD-92AB-4017A60B5A10}" dt="2026-07-17T10:21:29.716" v="100" actId="478"/>
          <ac:spMkLst>
            <pc:docMk/>
            <pc:sldMk cId="352145225" sldId="258"/>
            <ac:spMk id="31" creationId="{1EA64EF7-527B-406C-9CBA-AD8EA3519097}"/>
          </ac:spMkLst>
        </pc:spChg>
        <pc:spChg chg="del">
          <ac:chgData name="Edoardo Bianco" userId="9f67fd2a31e7e99a" providerId="LiveId" clId="{CA99112C-1FC8-49BD-92AB-4017A60B5A10}" dt="2026-07-17T10:21:29.716" v="100" actId="478"/>
          <ac:spMkLst>
            <pc:docMk/>
            <pc:sldMk cId="352145225" sldId="258"/>
            <ac:spMk id="32" creationId="{2EFE1B89-8259-493D-B96E-F2157660ED3E}"/>
          </ac:spMkLst>
        </pc:spChg>
        <pc:spChg chg="mod">
          <ac:chgData name="Edoardo Bianco" userId="9f67fd2a31e7e99a" providerId="LiveId" clId="{CA99112C-1FC8-49BD-92AB-4017A60B5A10}" dt="2026-07-16T17:38:58.104" v="67" actId="790"/>
          <ac:spMkLst>
            <pc:docMk/>
            <pc:sldMk cId="352145225" sldId="258"/>
            <ac:spMk id="33" creationId="{5EF44AA1-DD25-4F50-8769-3D1542B7740A}"/>
          </ac:spMkLst>
        </pc:spChg>
        <pc:spChg chg="del">
          <ac:chgData name="Edoardo Bianco" userId="9f67fd2a31e7e99a" providerId="LiveId" clId="{CA99112C-1FC8-49BD-92AB-4017A60B5A10}" dt="2026-07-17T10:21:29.716" v="100" actId="478"/>
          <ac:spMkLst>
            <pc:docMk/>
            <pc:sldMk cId="352145225" sldId="258"/>
            <ac:spMk id="35" creationId="{349AEDA3-FF61-4407-B3B2-263694197C8C}"/>
          </ac:spMkLst>
        </pc:spChg>
        <pc:spChg chg="add mod">
          <ac:chgData name="Edoardo Bianco" userId="9f67fd2a31e7e99a" providerId="LiveId" clId="{CA99112C-1FC8-49BD-92AB-4017A60B5A10}" dt="2026-07-17T10:27:25.719" v="300" actId="313"/>
          <ac:spMkLst>
            <pc:docMk/>
            <pc:sldMk cId="352145225" sldId="258"/>
            <ac:spMk id="37" creationId="{E14A7FF5-B588-4DDD-09B7-0E5E3C8B6EA2}"/>
          </ac:spMkLst>
        </pc:spChg>
      </pc:sldChg>
      <pc:sldChg chg="addSp delSp modSp mod">
        <pc:chgData name="Edoardo Bianco" userId="9f67fd2a31e7e99a" providerId="LiveId" clId="{CA99112C-1FC8-49BD-92AB-4017A60B5A10}" dt="2026-07-17T11:45:12.204" v="875" actId="20577"/>
        <pc:sldMkLst>
          <pc:docMk/>
          <pc:sldMk cId="648094999" sldId="259"/>
        </pc:sldMkLst>
        <pc:spChg chg="mod">
          <ac:chgData name="Edoardo Bianco" userId="9f67fd2a31e7e99a" providerId="LiveId" clId="{CA99112C-1FC8-49BD-92AB-4017A60B5A10}" dt="2026-07-17T11:45:12.204" v="875" actId="20577"/>
          <ac:spMkLst>
            <pc:docMk/>
            <pc:sldMk cId="648094999" sldId="259"/>
            <ac:spMk id="24" creationId="{0698411F-C105-49D8-91F0-4DBA343B0316}"/>
          </ac:spMkLst>
        </pc:spChg>
        <pc:spChg chg="add del">
          <ac:chgData name="Edoardo Bianco" userId="9f67fd2a31e7e99a" providerId="LiveId" clId="{CA99112C-1FC8-49BD-92AB-4017A60B5A10}" dt="2026-07-17T11:28:18.461" v="679" actId="22"/>
          <ac:spMkLst>
            <pc:docMk/>
            <pc:sldMk cId="648094999" sldId="259"/>
            <ac:spMk id="26" creationId="{44A9E126-555F-208E-44A6-AD7BBA7E4837}"/>
          </ac:spMkLst>
        </pc:spChg>
        <pc:spChg chg="add mod">
          <ac:chgData name="Edoardo Bianco" userId="9f67fd2a31e7e99a" providerId="LiveId" clId="{CA99112C-1FC8-49BD-92AB-4017A60B5A10}" dt="2026-07-17T11:31:07.624" v="728" actId="122"/>
          <ac:spMkLst>
            <pc:docMk/>
            <pc:sldMk cId="648094999" sldId="259"/>
            <ac:spMk id="28" creationId="{FE51D571-BF53-E07F-859C-6701AE527548}"/>
          </ac:spMkLst>
        </pc:spChg>
      </pc:sldChg>
      <pc:sldChg chg="modSp mod">
        <pc:chgData name="Edoardo Bianco" userId="9f67fd2a31e7e99a" providerId="LiveId" clId="{CA99112C-1FC8-49BD-92AB-4017A60B5A10}" dt="2026-07-17T11:45:34.688" v="879" actId="20577"/>
        <pc:sldMkLst>
          <pc:docMk/>
          <pc:sldMk cId="577108512" sldId="260"/>
        </pc:sldMkLst>
        <pc:spChg chg="mod">
          <ac:chgData name="Edoardo Bianco" userId="9f67fd2a31e7e99a" providerId="LiveId" clId="{CA99112C-1FC8-49BD-92AB-4017A60B5A10}" dt="2026-07-17T11:45:34.688" v="879" actId="20577"/>
          <ac:spMkLst>
            <pc:docMk/>
            <pc:sldMk cId="577108512" sldId="260"/>
            <ac:spMk id="5" creationId="{B620C17D-C763-4BF0-97D0-C0198CB68DE4}"/>
          </ac:spMkLst>
        </pc:spChg>
        <pc:spChg chg="mod">
          <ac:chgData name="Edoardo Bianco" userId="9f67fd2a31e7e99a" providerId="LiveId" clId="{CA99112C-1FC8-49BD-92AB-4017A60B5A10}" dt="2026-07-16T17:34:44.614" v="65" actId="790"/>
          <ac:spMkLst>
            <pc:docMk/>
            <pc:sldMk cId="577108512" sldId="260"/>
            <ac:spMk id="13" creationId="{77DAC4B9-9096-4A6D-AA54-9504B3EE178D}"/>
          </ac:spMkLst>
        </pc:spChg>
        <pc:spChg chg="mod">
          <ac:chgData name="Edoardo Bianco" userId="9f67fd2a31e7e99a" providerId="LiveId" clId="{CA99112C-1FC8-49BD-92AB-4017A60B5A10}" dt="2026-07-16T17:35:34.976" v="66" actId="790"/>
          <ac:spMkLst>
            <pc:docMk/>
            <pc:sldMk cId="577108512" sldId="260"/>
            <ac:spMk id="14" creationId="{294838D7-7069-445C-8217-F70E84A74CDE}"/>
          </ac:spMkLst>
        </pc:spChg>
      </pc:sldChg>
      <pc:sldChg chg="modSp mod">
        <pc:chgData name="Edoardo Bianco" userId="9f67fd2a31e7e99a" providerId="LiveId" clId="{CA99112C-1FC8-49BD-92AB-4017A60B5A10}" dt="2026-07-17T11:45:41.711" v="881" actId="20577"/>
        <pc:sldMkLst>
          <pc:docMk/>
          <pc:sldMk cId="338536993" sldId="261"/>
        </pc:sldMkLst>
        <pc:spChg chg="mod">
          <ac:chgData name="Edoardo Bianco" userId="9f67fd2a31e7e99a" providerId="LiveId" clId="{CA99112C-1FC8-49BD-92AB-4017A60B5A10}" dt="2026-07-17T11:45:41.711" v="881" actId="20577"/>
          <ac:spMkLst>
            <pc:docMk/>
            <pc:sldMk cId="338536993" sldId="261"/>
            <ac:spMk id="4" creationId="{F59FE24E-6C0B-4CCE-BD6B-C247FDD10289}"/>
          </ac:spMkLst>
        </pc:spChg>
      </pc:sldChg>
      <pc:sldChg chg="modSp mod">
        <pc:chgData name="Edoardo Bianco" userId="9f67fd2a31e7e99a" providerId="LiveId" clId="{CA99112C-1FC8-49BD-92AB-4017A60B5A10}" dt="2026-07-17T11:45:54.014" v="885" actId="20577"/>
        <pc:sldMkLst>
          <pc:docMk/>
          <pc:sldMk cId="120711266" sldId="262"/>
        </pc:sldMkLst>
        <pc:spChg chg="mod">
          <ac:chgData name="Edoardo Bianco" userId="9f67fd2a31e7e99a" providerId="LiveId" clId="{CA99112C-1FC8-49BD-92AB-4017A60B5A10}" dt="2026-07-17T11:45:54.014" v="885" actId="20577"/>
          <ac:spMkLst>
            <pc:docMk/>
            <pc:sldMk cId="120711266" sldId="262"/>
            <ac:spMk id="2" creationId="{AAAA3AC3-E207-493F-B8AF-3EAB97E65808}"/>
          </ac:spMkLst>
        </pc:spChg>
      </pc:sldChg>
      <pc:sldChg chg="modSp add mod setBg">
        <pc:chgData name="Edoardo Bianco" userId="9f67fd2a31e7e99a" providerId="LiveId" clId="{CA99112C-1FC8-49BD-92AB-4017A60B5A10}" dt="2026-07-17T11:45:47.454" v="883" actId="20577"/>
        <pc:sldMkLst>
          <pc:docMk/>
          <pc:sldMk cId="152760333" sldId="263"/>
        </pc:sldMkLst>
        <pc:spChg chg="mod">
          <ac:chgData name="Edoardo Bianco" userId="9f67fd2a31e7e99a" providerId="LiveId" clId="{CA99112C-1FC8-49BD-92AB-4017A60B5A10}" dt="2026-07-17T11:45:47.454" v="883" actId="20577"/>
          <ac:spMkLst>
            <pc:docMk/>
            <pc:sldMk cId="152760333" sldId="263"/>
            <ac:spMk id="17" creationId="{03726421-1994-4C0D-A0EC-D7E514974EDE}"/>
          </ac:spMkLst>
        </pc:spChg>
      </pc:sldChg>
      <pc:sldChg chg="modSp add mod setBg">
        <pc:chgData name="Edoardo Bianco" userId="9f67fd2a31e7e99a" providerId="LiveId" clId="{CA99112C-1FC8-49BD-92AB-4017A60B5A10}" dt="2026-07-17T11:45:28.276" v="878" actId="20577"/>
        <pc:sldMkLst>
          <pc:docMk/>
          <pc:sldMk cId="2089129438" sldId="264"/>
        </pc:sldMkLst>
        <pc:spChg chg="mod">
          <ac:chgData name="Edoardo Bianco" userId="9f67fd2a31e7e99a" providerId="LiveId" clId="{CA99112C-1FC8-49BD-92AB-4017A60B5A10}" dt="2026-07-17T11:45:28.276" v="878" actId="20577"/>
          <ac:spMkLst>
            <pc:docMk/>
            <pc:sldMk cId="2089129438" sldId="264"/>
            <ac:spMk id="7" creationId="{2DCF9E7E-04E4-4576-AA3C-EB63E0693EC7}"/>
          </ac:spMkLst>
        </pc:spChg>
      </pc:sldChg>
      <pc:sldChg chg="modSp add mod ord">
        <pc:chgData name="Edoardo Bianco" userId="9f67fd2a31e7e99a" providerId="LiveId" clId="{CA99112C-1FC8-49BD-92AB-4017A60B5A10}" dt="2026-07-17T11:45:03.266" v="873" actId="20577"/>
        <pc:sldMkLst>
          <pc:docMk/>
          <pc:sldMk cId="2367096665" sldId="265"/>
        </pc:sldMkLst>
        <pc:spChg chg="mod">
          <ac:chgData name="Edoardo Bianco" userId="9f67fd2a31e7e99a" providerId="LiveId" clId="{CA99112C-1FC8-49BD-92AB-4017A60B5A10}" dt="2026-07-17T11:45:03.266" v="873" actId="20577"/>
          <ac:spMkLst>
            <pc:docMk/>
            <pc:sldMk cId="2367096665" sldId="265"/>
            <ac:spMk id="9" creationId="{BE22DE0D-6DF0-1E0E-C721-E265C58765B0}"/>
          </ac:spMkLst>
        </pc:spChg>
      </pc:sldChg>
      <pc:sldChg chg="add del">
        <pc:chgData name="Edoardo Bianco" userId="9f67fd2a31e7e99a" providerId="LiveId" clId="{CA99112C-1FC8-49BD-92AB-4017A60B5A10}" dt="2026-07-17T10:28:27.697" v="302" actId="47"/>
        <pc:sldMkLst>
          <pc:docMk/>
          <pc:sldMk cId="2960437613" sldId="266"/>
        </pc:sldMkLst>
      </pc:sldChg>
      <pc:sldChg chg="addSp modSp add mod ord">
        <pc:chgData name="Edoardo Bianco" userId="9f67fd2a31e7e99a" providerId="LiveId" clId="{CA99112C-1FC8-49BD-92AB-4017A60B5A10}" dt="2026-07-17T10:59:50.041" v="531"/>
        <pc:sldMkLst>
          <pc:docMk/>
          <pc:sldMk cId="3147095376" sldId="266"/>
        </pc:sldMkLst>
        <pc:spChg chg="add mod">
          <ac:chgData name="Edoardo Bianco" userId="9f67fd2a31e7e99a" providerId="LiveId" clId="{CA99112C-1FC8-49BD-92AB-4017A60B5A10}" dt="2026-07-17T10:32:41.908" v="393" actId="1076"/>
          <ac:spMkLst>
            <pc:docMk/>
            <pc:sldMk cId="3147095376" sldId="266"/>
            <ac:spMk id="3" creationId="{FBA60FB4-1AC7-5301-593C-459FB8017A9B}"/>
          </ac:spMkLst>
        </pc:spChg>
        <pc:spChg chg="add mod">
          <ac:chgData name="Edoardo Bianco" userId="9f67fd2a31e7e99a" providerId="LiveId" clId="{CA99112C-1FC8-49BD-92AB-4017A60B5A10}" dt="2026-07-17T10:59:06.754" v="527" actId="20577"/>
          <ac:spMkLst>
            <pc:docMk/>
            <pc:sldMk cId="3147095376" sldId="266"/>
            <ac:spMk id="5" creationId="{271012EA-985F-E45A-8E10-4DCEF4538CE8}"/>
          </ac:spMkLst>
        </pc:spChg>
        <pc:spChg chg="mod">
          <ac:chgData name="Edoardo Bianco" userId="9f67fd2a31e7e99a" providerId="LiveId" clId="{CA99112C-1FC8-49BD-92AB-4017A60B5A10}" dt="2026-07-17T10:28:51.686" v="329" actId="20577"/>
          <ac:spMkLst>
            <pc:docMk/>
            <pc:sldMk cId="3147095376" sldId="266"/>
            <ac:spMk id="10" creationId="{80ACFD36-FA93-96A8-F052-341E31601458}"/>
          </ac:spMkLst>
        </pc:spChg>
        <pc:spChg chg="mod">
          <ac:chgData name="Edoardo Bianco" userId="9f67fd2a31e7e99a" providerId="LiveId" clId="{CA99112C-1FC8-49BD-92AB-4017A60B5A10}" dt="2026-07-17T10:32:38.573" v="392" actId="1076"/>
          <ac:spMkLst>
            <pc:docMk/>
            <pc:sldMk cId="3147095376" sldId="266"/>
            <ac:spMk id="37" creationId="{480495C5-FFE5-D23D-6745-BB843B26CCEB}"/>
          </ac:spMkLst>
        </pc:spChg>
      </pc:sldChg>
      <pc:sldChg chg="addSp delSp modSp add mod">
        <pc:chgData name="Edoardo Bianco" userId="9f67fd2a31e7e99a" providerId="LiveId" clId="{CA99112C-1FC8-49BD-92AB-4017A60B5A10}" dt="2026-07-17T11:45:17.956" v="876" actId="20577"/>
        <pc:sldMkLst>
          <pc:docMk/>
          <pc:sldMk cId="3951036071" sldId="267"/>
        </pc:sldMkLst>
        <pc:spChg chg="mod">
          <ac:chgData name="Edoardo Bianco" userId="9f67fd2a31e7e99a" providerId="LiveId" clId="{CA99112C-1FC8-49BD-92AB-4017A60B5A10}" dt="2026-07-17T11:12:44.636" v="535" actId="313"/>
          <ac:spMkLst>
            <pc:docMk/>
            <pc:sldMk cId="3951036071" sldId="267"/>
            <ac:spMk id="2" creationId="{DD0CF35F-25AD-C5B6-27B6-DF4E337A7938}"/>
          </ac:spMkLst>
        </pc:spChg>
        <pc:spChg chg="del">
          <ac:chgData name="Edoardo Bianco" userId="9f67fd2a31e7e99a" providerId="LiveId" clId="{CA99112C-1FC8-49BD-92AB-4017A60B5A10}" dt="2026-07-17T11:12:53.043" v="536" actId="478"/>
          <ac:spMkLst>
            <pc:docMk/>
            <pc:sldMk cId="3951036071" sldId="267"/>
            <ac:spMk id="5" creationId="{330E86AE-84A0-F2B7-B901-A85AFE44E30D}"/>
          </ac:spMkLst>
        </pc:spChg>
        <pc:spChg chg="del">
          <ac:chgData name="Edoardo Bianco" userId="9f67fd2a31e7e99a" providerId="LiveId" clId="{CA99112C-1FC8-49BD-92AB-4017A60B5A10}" dt="2026-07-17T11:12:53.043" v="536" actId="478"/>
          <ac:spMkLst>
            <pc:docMk/>
            <pc:sldMk cId="3951036071" sldId="267"/>
            <ac:spMk id="7" creationId="{C2E06072-61E7-F481-1F41-2EE16F968A79}"/>
          </ac:spMkLst>
        </pc:spChg>
        <pc:spChg chg="del">
          <ac:chgData name="Edoardo Bianco" userId="9f67fd2a31e7e99a" providerId="LiveId" clId="{CA99112C-1FC8-49BD-92AB-4017A60B5A10}" dt="2026-07-17T11:12:53.043" v="536" actId="478"/>
          <ac:spMkLst>
            <pc:docMk/>
            <pc:sldMk cId="3951036071" sldId="267"/>
            <ac:spMk id="9" creationId="{0BCFEF32-FC0E-0665-3230-76CE04B9FD52}"/>
          </ac:spMkLst>
        </pc:spChg>
        <pc:spChg chg="del">
          <ac:chgData name="Edoardo Bianco" userId="9f67fd2a31e7e99a" providerId="LiveId" clId="{CA99112C-1FC8-49BD-92AB-4017A60B5A10}" dt="2026-07-17T11:12:53.043" v="536" actId="478"/>
          <ac:spMkLst>
            <pc:docMk/>
            <pc:sldMk cId="3951036071" sldId="267"/>
            <ac:spMk id="11" creationId="{7B64E872-B763-93C7-ED9E-B8C6891680CE}"/>
          </ac:spMkLst>
        </pc:spChg>
        <pc:spChg chg="del">
          <ac:chgData name="Edoardo Bianco" userId="9f67fd2a31e7e99a" providerId="LiveId" clId="{CA99112C-1FC8-49BD-92AB-4017A60B5A10}" dt="2026-07-17T11:12:53.043" v="536" actId="478"/>
          <ac:spMkLst>
            <pc:docMk/>
            <pc:sldMk cId="3951036071" sldId="267"/>
            <ac:spMk id="14" creationId="{3027FE51-15E7-5A9C-BBA8-45FEBF7F9988}"/>
          </ac:spMkLst>
        </pc:spChg>
        <pc:spChg chg="del">
          <ac:chgData name="Edoardo Bianco" userId="9f67fd2a31e7e99a" providerId="LiveId" clId="{CA99112C-1FC8-49BD-92AB-4017A60B5A10}" dt="2026-07-17T11:12:53.043" v="536" actId="478"/>
          <ac:spMkLst>
            <pc:docMk/>
            <pc:sldMk cId="3951036071" sldId="267"/>
            <ac:spMk id="16" creationId="{9F9BB31D-09C8-BEC2-D047-137D667B0770}"/>
          </ac:spMkLst>
        </pc:spChg>
        <pc:spChg chg="del">
          <ac:chgData name="Edoardo Bianco" userId="9f67fd2a31e7e99a" providerId="LiveId" clId="{CA99112C-1FC8-49BD-92AB-4017A60B5A10}" dt="2026-07-17T11:12:53.043" v="536" actId="478"/>
          <ac:spMkLst>
            <pc:docMk/>
            <pc:sldMk cId="3951036071" sldId="267"/>
            <ac:spMk id="17" creationId="{ECFD60DF-4183-C963-7F55-BC66ECA3BEC0}"/>
          </ac:spMkLst>
        </pc:spChg>
        <pc:spChg chg="del">
          <ac:chgData name="Edoardo Bianco" userId="9f67fd2a31e7e99a" providerId="LiveId" clId="{CA99112C-1FC8-49BD-92AB-4017A60B5A10}" dt="2026-07-17T11:12:53.043" v="536" actId="478"/>
          <ac:spMkLst>
            <pc:docMk/>
            <pc:sldMk cId="3951036071" sldId="267"/>
            <ac:spMk id="20" creationId="{352C7F75-EA64-56A2-AA8F-0F745DB8D893}"/>
          </ac:spMkLst>
        </pc:spChg>
        <pc:spChg chg="del">
          <ac:chgData name="Edoardo Bianco" userId="9f67fd2a31e7e99a" providerId="LiveId" clId="{CA99112C-1FC8-49BD-92AB-4017A60B5A10}" dt="2026-07-17T11:12:53.043" v="536" actId="478"/>
          <ac:spMkLst>
            <pc:docMk/>
            <pc:sldMk cId="3951036071" sldId="267"/>
            <ac:spMk id="22" creationId="{D08E970B-B7F6-D290-4831-E38BC0869C33}"/>
          </ac:spMkLst>
        </pc:spChg>
        <pc:spChg chg="del">
          <ac:chgData name="Edoardo Bianco" userId="9f67fd2a31e7e99a" providerId="LiveId" clId="{CA99112C-1FC8-49BD-92AB-4017A60B5A10}" dt="2026-07-17T11:12:53.043" v="536" actId="478"/>
          <ac:spMkLst>
            <pc:docMk/>
            <pc:sldMk cId="3951036071" sldId="267"/>
            <ac:spMk id="23" creationId="{BFF2593C-09C6-17E8-3599-43D5C59FBAF9}"/>
          </ac:spMkLst>
        </pc:spChg>
        <pc:spChg chg="mod">
          <ac:chgData name="Edoardo Bianco" userId="9f67fd2a31e7e99a" providerId="LiveId" clId="{CA99112C-1FC8-49BD-92AB-4017A60B5A10}" dt="2026-07-17T11:45:17.956" v="876" actId="20577"/>
          <ac:spMkLst>
            <pc:docMk/>
            <pc:sldMk cId="3951036071" sldId="267"/>
            <ac:spMk id="24" creationId="{A10012D0-B5D5-FAB6-C408-377812539C61}"/>
          </ac:spMkLst>
        </pc:spChg>
        <pc:spChg chg="add mod">
          <ac:chgData name="Edoardo Bianco" userId="9f67fd2a31e7e99a" providerId="LiveId" clId="{CA99112C-1FC8-49BD-92AB-4017A60B5A10}" dt="2026-07-17T11:16:21.649" v="570" actId="14100"/>
          <ac:spMkLst>
            <pc:docMk/>
            <pc:sldMk cId="3951036071" sldId="267"/>
            <ac:spMk id="26" creationId="{93B75678-1672-F44E-EB56-AC4AB3A34257}"/>
          </ac:spMkLst>
        </pc:spChg>
        <pc:spChg chg="add mod">
          <ac:chgData name="Edoardo Bianco" userId="9f67fd2a31e7e99a" providerId="LiveId" clId="{CA99112C-1FC8-49BD-92AB-4017A60B5A10}" dt="2026-07-17T11:25:48.073" v="672" actId="113"/>
          <ac:spMkLst>
            <pc:docMk/>
            <pc:sldMk cId="3951036071" sldId="267"/>
            <ac:spMk id="28" creationId="{682E4C44-FCBE-3431-7F45-0F2213301D81}"/>
          </ac:spMkLst>
        </pc:spChg>
        <pc:spChg chg="add mod">
          <ac:chgData name="Edoardo Bianco" userId="9f67fd2a31e7e99a" providerId="LiveId" clId="{CA99112C-1FC8-49BD-92AB-4017A60B5A10}" dt="2026-07-17T11:24:16.943" v="664" actId="1076"/>
          <ac:spMkLst>
            <pc:docMk/>
            <pc:sldMk cId="3951036071" sldId="267"/>
            <ac:spMk id="30" creationId="{0FF2025C-493D-748A-02A2-D67E34457229}"/>
          </ac:spMkLst>
        </pc:spChg>
        <pc:spChg chg="add mod">
          <ac:chgData name="Edoardo Bianco" userId="9f67fd2a31e7e99a" providerId="LiveId" clId="{CA99112C-1FC8-49BD-92AB-4017A60B5A10}" dt="2026-07-17T11:24:08.310" v="663" actId="1076"/>
          <ac:spMkLst>
            <pc:docMk/>
            <pc:sldMk cId="3951036071" sldId="267"/>
            <ac:spMk id="32" creationId="{DA7D4DC5-3C2E-02F0-9A50-A068B6E8CC18}"/>
          </ac:spMkLst>
        </pc:spChg>
        <pc:spChg chg="add mod">
          <ac:chgData name="Edoardo Bianco" userId="9f67fd2a31e7e99a" providerId="LiveId" clId="{CA99112C-1FC8-49BD-92AB-4017A60B5A10}" dt="2026-07-17T11:25:52.188" v="673" actId="113"/>
          <ac:spMkLst>
            <pc:docMk/>
            <pc:sldMk cId="3951036071" sldId="267"/>
            <ac:spMk id="34" creationId="{B5D0849A-A9FF-E604-728C-9CB2E4111E5E}"/>
          </ac:spMkLst>
        </pc:spChg>
        <pc:spChg chg="add mod">
          <ac:chgData name="Edoardo Bianco" userId="9f67fd2a31e7e99a" providerId="LiveId" clId="{CA99112C-1FC8-49BD-92AB-4017A60B5A10}" dt="2026-07-17T11:24:03.182" v="662" actId="1076"/>
          <ac:spMkLst>
            <pc:docMk/>
            <pc:sldMk cId="3951036071" sldId="267"/>
            <ac:spMk id="36" creationId="{21BE2A65-5271-732C-41DA-F976F213E11A}"/>
          </ac:spMkLst>
        </pc:spChg>
      </pc:sldChg>
      <pc:sldChg chg="modSp add del mod">
        <pc:chgData name="Edoardo Bianco" userId="9f67fd2a31e7e99a" providerId="LiveId" clId="{CA99112C-1FC8-49BD-92AB-4017A60B5A10}" dt="2026-07-17T11:25:10.130" v="671" actId="47"/>
        <pc:sldMkLst>
          <pc:docMk/>
          <pc:sldMk cId="2269240796" sldId="268"/>
        </pc:sldMkLst>
        <pc:spChg chg="mod">
          <ac:chgData name="Edoardo Bianco" userId="9f67fd2a31e7e99a" providerId="LiveId" clId="{CA99112C-1FC8-49BD-92AB-4017A60B5A10}" dt="2026-07-17T11:21:28.588" v="642" actId="313"/>
          <ac:spMkLst>
            <pc:docMk/>
            <pc:sldMk cId="2269240796" sldId="268"/>
            <ac:spMk id="28" creationId="{6D7B9FEE-9E84-C378-4328-4D0B77A57145}"/>
          </ac:spMkLst>
        </pc:spChg>
        <pc:spChg chg="mod">
          <ac:chgData name="Edoardo Bianco" userId="9f67fd2a31e7e99a" providerId="LiveId" clId="{CA99112C-1FC8-49BD-92AB-4017A60B5A10}" dt="2026-07-17T11:21:19.747" v="641" actId="313"/>
          <ac:spMkLst>
            <pc:docMk/>
            <pc:sldMk cId="2269240796" sldId="268"/>
            <ac:spMk id="30" creationId="{585A06E1-50B4-3492-11FF-D1E01799240A}"/>
          </ac:spMkLst>
        </pc:spChg>
        <pc:spChg chg="mod">
          <ac:chgData name="Edoardo Bianco" userId="9f67fd2a31e7e99a" providerId="LiveId" clId="{CA99112C-1FC8-49BD-92AB-4017A60B5A10}" dt="2026-07-17T11:23:23.834" v="661" actId="1076"/>
          <ac:spMkLst>
            <pc:docMk/>
            <pc:sldMk cId="2269240796" sldId="268"/>
            <ac:spMk id="32" creationId="{D47743CC-E0DE-3925-C6F1-94B563C61357}"/>
          </ac:spMkLst>
        </pc:spChg>
        <pc:spChg chg="mod">
          <ac:chgData name="Edoardo Bianco" userId="9f67fd2a31e7e99a" providerId="LiveId" clId="{CA99112C-1FC8-49BD-92AB-4017A60B5A10}" dt="2026-07-17T11:23:02.368" v="659" actId="1076"/>
          <ac:spMkLst>
            <pc:docMk/>
            <pc:sldMk cId="2269240796" sldId="268"/>
            <ac:spMk id="34" creationId="{6479678F-77A1-FDA3-D06C-CD6950BEB6B8}"/>
          </ac:spMkLst>
        </pc:spChg>
        <pc:spChg chg="mod">
          <ac:chgData name="Edoardo Bianco" userId="9f67fd2a31e7e99a" providerId="LiveId" clId="{CA99112C-1FC8-49BD-92AB-4017A60B5A10}" dt="2026-07-17T11:23:08.490" v="660" actId="1076"/>
          <ac:spMkLst>
            <pc:docMk/>
            <pc:sldMk cId="2269240796" sldId="268"/>
            <ac:spMk id="36" creationId="{F1642D70-862F-A85C-9B0F-FC85B8B7373D}"/>
          </ac:spMkLst>
        </pc:spChg>
      </pc:sldChg>
      <pc:sldChg chg="addSp delSp modSp add mod">
        <pc:chgData name="Edoardo Bianco" userId="9f67fd2a31e7e99a" providerId="LiveId" clId="{CA99112C-1FC8-49BD-92AB-4017A60B5A10}" dt="2026-07-17T11:45:23.861" v="877" actId="20577"/>
        <pc:sldMkLst>
          <pc:docMk/>
          <pc:sldMk cId="2799015683" sldId="269"/>
        </pc:sldMkLst>
        <pc:spChg chg="add del">
          <ac:chgData name="Edoardo Bianco" userId="9f67fd2a31e7e99a" providerId="LiveId" clId="{CA99112C-1FC8-49BD-92AB-4017A60B5A10}" dt="2026-07-17T11:28:25.116" v="681" actId="22"/>
          <ac:spMkLst>
            <pc:docMk/>
            <pc:sldMk cId="2799015683" sldId="269"/>
            <ac:spMk id="4" creationId="{3A5C6E76-E360-30BC-21D1-1B3BB21EC01A}"/>
          </ac:spMkLst>
        </pc:spChg>
        <pc:spChg chg="add del mod">
          <ac:chgData name="Edoardo Bianco" userId="9f67fd2a31e7e99a" providerId="LiveId" clId="{CA99112C-1FC8-49BD-92AB-4017A60B5A10}" dt="2026-07-17T11:31:40.784" v="729" actId="478"/>
          <ac:spMkLst>
            <pc:docMk/>
            <pc:sldMk cId="2799015683" sldId="269"/>
            <ac:spMk id="6" creationId="{B7820730-3AD0-C02A-61C5-27A86AAAC01D}"/>
          </ac:spMkLst>
        </pc:spChg>
        <pc:spChg chg="mod">
          <ac:chgData name="Edoardo Bianco" userId="9f67fd2a31e7e99a" providerId="LiveId" clId="{CA99112C-1FC8-49BD-92AB-4017A60B5A10}" dt="2026-07-17T11:45:23.861" v="877" actId="20577"/>
          <ac:spMkLst>
            <pc:docMk/>
            <pc:sldMk cId="2799015683" sldId="269"/>
            <ac:spMk id="24" creationId="{CD60CEC4-CD5F-2470-36AC-5984784B0D82}"/>
          </ac:spMkLst>
        </pc:spChg>
        <pc:spChg chg="mod">
          <ac:chgData name="Edoardo Bianco" userId="9f67fd2a31e7e99a" providerId="LiveId" clId="{CA99112C-1FC8-49BD-92AB-4017A60B5A10}" dt="2026-07-17T11:26:00.249" v="674" actId="113"/>
          <ac:spMkLst>
            <pc:docMk/>
            <pc:sldMk cId="2799015683" sldId="269"/>
            <ac:spMk id="28" creationId="{00E48726-1BF8-0F13-0363-9A6703214B19}"/>
          </ac:spMkLst>
        </pc:spChg>
        <pc:spChg chg="mod">
          <ac:chgData name="Edoardo Bianco" userId="9f67fd2a31e7e99a" providerId="LiveId" clId="{CA99112C-1FC8-49BD-92AB-4017A60B5A10}" dt="2026-07-17T11:24:46.670" v="668" actId="20577"/>
          <ac:spMkLst>
            <pc:docMk/>
            <pc:sldMk cId="2799015683" sldId="269"/>
            <ac:spMk id="30" creationId="{98800D2F-7045-D256-E505-BE72EA600667}"/>
          </ac:spMkLst>
        </pc:spChg>
        <pc:spChg chg="mod">
          <ac:chgData name="Edoardo Bianco" userId="9f67fd2a31e7e99a" providerId="LiveId" clId="{CA99112C-1FC8-49BD-92AB-4017A60B5A10}" dt="2026-07-17T11:26:12.700" v="676" actId="313"/>
          <ac:spMkLst>
            <pc:docMk/>
            <pc:sldMk cId="2799015683" sldId="269"/>
            <ac:spMk id="34" creationId="{2B9F045E-4E88-27C1-2F3C-C1659E811EDF}"/>
          </ac:spMkLst>
        </pc:spChg>
        <pc:spChg chg="mod">
          <ac:chgData name="Edoardo Bianco" userId="9f67fd2a31e7e99a" providerId="LiveId" clId="{CA99112C-1FC8-49BD-92AB-4017A60B5A10}" dt="2026-07-17T11:26:28.861" v="677" actId="113"/>
          <ac:spMkLst>
            <pc:docMk/>
            <pc:sldMk cId="2799015683" sldId="269"/>
            <ac:spMk id="36" creationId="{B945A1EF-2A3C-9698-B468-31520048EA8B}"/>
          </ac:spMkLst>
        </pc:spChg>
      </pc:sldChg>
      <pc:sldChg chg="addSp delSp modSp add mod ord">
        <pc:chgData name="Edoardo Bianco" userId="9f67fd2a31e7e99a" providerId="LiveId" clId="{CA99112C-1FC8-49BD-92AB-4017A60B5A10}" dt="2026-07-17T11:45:59.487" v="887" actId="20577"/>
        <pc:sldMkLst>
          <pc:docMk/>
          <pc:sldMk cId="2373206468" sldId="270"/>
        </pc:sldMkLst>
        <pc:spChg chg="mod">
          <ac:chgData name="Edoardo Bianco" userId="9f67fd2a31e7e99a" providerId="LiveId" clId="{CA99112C-1FC8-49BD-92AB-4017A60B5A10}" dt="2026-07-17T11:33:03.286" v="774" actId="20577"/>
          <ac:spMkLst>
            <pc:docMk/>
            <pc:sldMk cId="2373206468" sldId="270"/>
            <ac:spMk id="2" creationId="{62A329D4-5BBB-1F7F-82C3-B644C772DB1C}"/>
          </ac:spMkLst>
        </pc:spChg>
        <pc:spChg chg="add del">
          <ac:chgData name="Edoardo Bianco" userId="9f67fd2a31e7e99a" providerId="LiveId" clId="{CA99112C-1FC8-49BD-92AB-4017A60B5A10}" dt="2026-07-17T11:33:19.544" v="777" actId="478"/>
          <ac:spMkLst>
            <pc:docMk/>
            <pc:sldMk cId="2373206468" sldId="270"/>
            <ac:spMk id="4" creationId="{EFD5F9A7-5FDB-DE7C-4B63-42F1CF5BAAB6}"/>
          </ac:spMkLst>
        </pc:spChg>
        <pc:spChg chg="add del">
          <ac:chgData name="Edoardo Bianco" userId="9f67fd2a31e7e99a" providerId="LiveId" clId="{CA99112C-1FC8-49BD-92AB-4017A60B5A10}" dt="2026-07-17T11:33:19.544" v="777" actId="478"/>
          <ac:spMkLst>
            <pc:docMk/>
            <pc:sldMk cId="2373206468" sldId="270"/>
            <ac:spMk id="5" creationId="{714F7F4F-7E4E-7C05-6B5B-E174DE06C900}"/>
          </ac:spMkLst>
        </pc:spChg>
        <pc:spChg chg="add del">
          <ac:chgData name="Edoardo Bianco" userId="9f67fd2a31e7e99a" providerId="LiveId" clId="{CA99112C-1FC8-49BD-92AB-4017A60B5A10}" dt="2026-07-17T11:33:19.544" v="777" actId="478"/>
          <ac:spMkLst>
            <pc:docMk/>
            <pc:sldMk cId="2373206468" sldId="270"/>
            <ac:spMk id="8" creationId="{7C41B78E-3D12-B2B5-28FA-F368738BA609}"/>
          </ac:spMkLst>
        </pc:spChg>
        <pc:spChg chg="add del">
          <ac:chgData name="Edoardo Bianco" userId="9f67fd2a31e7e99a" providerId="LiveId" clId="{CA99112C-1FC8-49BD-92AB-4017A60B5A10}" dt="2026-07-17T11:33:19.544" v="777" actId="478"/>
          <ac:spMkLst>
            <pc:docMk/>
            <pc:sldMk cId="2373206468" sldId="270"/>
            <ac:spMk id="9" creationId="{A84F4343-5B29-ACF2-F2B7-471722FC016F}"/>
          </ac:spMkLst>
        </pc:spChg>
        <pc:spChg chg="del">
          <ac:chgData name="Edoardo Bianco" userId="9f67fd2a31e7e99a" providerId="LiveId" clId="{CA99112C-1FC8-49BD-92AB-4017A60B5A10}" dt="2026-07-17T11:33:19.544" v="777" actId="478"/>
          <ac:spMkLst>
            <pc:docMk/>
            <pc:sldMk cId="2373206468" sldId="270"/>
            <ac:spMk id="10" creationId="{F7B34507-4C5D-60AD-4925-D3B64F223E3F}"/>
          </ac:spMkLst>
        </pc:spChg>
        <pc:spChg chg="add del">
          <ac:chgData name="Edoardo Bianco" userId="9f67fd2a31e7e99a" providerId="LiveId" clId="{CA99112C-1FC8-49BD-92AB-4017A60B5A10}" dt="2026-07-17T11:33:19.544" v="777" actId="478"/>
          <ac:spMkLst>
            <pc:docMk/>
            <pc:sldMk cId="2373206468" sldId="270"/>
            <ac:spMk id="11" creationId="{42682450-4C37-704F-4479-34F4C83F9414}"/>
          </ac:spMkLst>
        </pc:spChg>
        <pc:spChg chg="add del">
          <ac:chgData name="Edoardo Bianco" userId="9f67fd2a31e7e99a" providerId="LiveId" clId="{CA99112C-1FC8-49BD-92AB-4017A60B5A10}" dt="2026-07-17T11:33:19.544" v="777" actId="478"/>
          <ac:spMkLst>
            <pc:docMk/>
            <pc:sldMk cId="2373206468" sldId="270"/>
            <ac:spMk id="12" creationId="{B684A45C-28C3-C12F-F34E-E5065F4B05F5}"/>
          </ac:spMkLst>
        </pc:spChg>
        <pc:spChg chg="add del">
          <ac:chgData name="Edoardo Bianco" userId="9f67fd2a31e7e99a" providerId="LiveId" clId="{CA99112C-1FC8-49BD-92AB-4017A60B5A10}" dt="2026-07-17T11:33:19.544" v="777" actId="478"/>
          <ac:spMkLst>
            <pc:docMk/>
            <pc:sldMk cId="2373206468" sldId="270"/>
            <ac:spMk id="14" creationId="{77A1EBE7-490D-7E96-C1DC-CAB14256E115}"/>
          </ac:spMkLst>
        </pc:spChg>
        <pc:spChg chg="add del">
          <ac:chgData name="Edoardo Bianco" userId="9f67fd2a31e7e99a" providerId="LiveId" clId="{CA99112C-1FC8-49BD-92AB-4017A60B5A10}" dt="2026-07-17T11:33:19.544" v="777" actId="478"/>
          <ac:spMkLst>
            <pc:docMk/>
            <pc:sldMk cId="2373206468" sldId="270"/>
            <ac:spMk id="15" creationId="{9EE8A7E2-A0AA-FC69-A06B-CF8E099930A6}"/>
          </ac:spMkLst>
        </pc:spChg>
        <pc:spChg chg="add del">
          <ac:chgData name="Edoardo Bianco" userId="9f67fd2a31e7e99a" providerId="LiveId" clId="{CA99112C-1FC8-49BD-92AB-4017A60B5A10}" dt="2026-07-17T11:33:19.544" v="777" actId="478"/>
          <ac:spMkLst>
            <pc:docMk/>
            <pc:sldMk cId="2373206468" sldId="270"/>
            <ac:spMk id="16" creationId="{35C4C267-65AE-C029-4CDB-26FD932D067D}"/>
          </ac:spMkLst>
        </pc:spChg>
        <pc:spChg chg="add del mod">
          <ac:chgData name="Edoardo Bianco" userId="9f67fd2a31e7e99a" providerId="LiveId" clId="{CA99112C-1FC8-49BD-92AB-4017A60B5A10}" dt="2026-07-17T11:45:59.487" v="887" actId="20577"/>
          <ac:spMkLst>
            <pc:docMk/>
            <pc:sldMk cId="2373206468" sldId="270"/>
            <ac:spMk id="17" creationId="{3ECB9B3D-5179-7FB7-68E2-6AB18F06A078}"/>
          </ac:spMkLst>
        </pc:spChg>
        <pc:picChg chg="add mod">
          <ac:chgData name="Edoardo Bianco" userId="9f67fd2a31e7e99a" providerId="LiveId" clId="{CA99112C-1FC8-49BD-92AB-4017A60B5A10}" dt="2026-07-17T11:35:24.044" v="806" actId="1036"/>
          <ac:picMkLst>
            <pc:docMk/>
            <pc:sldMk cId="2373206468" sldId="270"/>
            <ac:picMk id="19" creationId="{1772F2EB-3F57-8B75-E488-A7282A476483}"/>
          </ac:picMkLst>
        </pc:picChg>
      </pc:sldChg>
      <pc:sldChg chg="add del">
        <pc:chgData name="Edoardo Bianco" userId="9f67fd2a31e7e99a" providerId="LiveId" clId="{CA99112C-1FC8-49BD-92AB-4017A60B5A10}" dt="2026-07-17T11:35:42.086" v="808" actId="47"/>
        <pc:sldMkLst>
          <pc:docMk/>
          <pc:sldMk cId="1252003393" sldId="271"/>
        </pc:sldMkLst>
      </pc:sldChg>
      <pc:sldChg chg="addSp delSp modSp add mod">
        <pc:chgData name="Edoardo Bianco" userId="9f67fd2a31e7e99a" providerId="LiveId" clId="{CA99112C-1FC8-49BD-92AB-4017A60B5A10}" dt="2026-07-17T11:46:08.910" v="890" actId="20577"/>
        <pc:sldMkLst>
          <pc:docMk/>
          <pc:sldMk cId="3547359525" sldId="272"/>
        </pc:sldMkLst>
        <pc:spChg chg="mod">
          <ac:chgData name="Edoardo Bianco" userId="9f67fd2a31e7e99a" providerId="LiveId" clId="{CA99112C-1FC8-49BD-92AB-4017A60B5A10}" dt="2026-07-17T11:37:33.732" v="830" actId="20577"/>
          <ac:spMkLst>
            <pc:docMk/>
            <pc:sldMk cId="3547359525" sldId="272"/>
            <ac:spMk id="2" creationId="{AB01A184-7712-B1FE-678F-88A7135B3263}"/>
          </ac:spMkLst>
        </pc:spChg>
        <pc:spChg chg="mod">
          <ac:chgData name="Edoardo Bianco" userId="9f67fd2a31e7e99a" providerId="LiveId" clId="{CA99112C-1FC8-49BD-92AB-4017A60B5A10}" dt="2026-07-17T11:46:08.910" v="890" actId="20577"/>
          <ac:spMkLst>
            <pc:docMk/>
            <pc:sldMk cId="3547359525" sldId="272"/>
            <ac:spMk id="17" creationId="{D2FCD123-C727-66F7-2AF5-23AF2AA37AD7}"/>
          </ac:spMkLst>
        </pc:spChg>
        <pc:picChg chg="add mod">
          <ac:chgData name="Edoardo Bianco" userId="9f67fd2a31e7e99a" providerId="LiveId" clId="{CA99112C-1FC8-49BD-92AB-4017A60B5A10}" dt="2026-07-17T11:37:23.275" v="817" actId="1076"/>
          <ac:picMkLst>
            <pc:docMk/>
            <pc:sldMk cId="3547359525" sldId="272"/>
            <ac:picMk id="4" creationId="{DB2FD132-1292-5997-3007-4D563A4A6282}"/>
          </ac:picMkLst>
        </pc:picChg>
        <pc:picChg chg="del">
          <ac:chgData name="Edoardo Bianco" userId="9f67fd2a31e7e99a" providerId="LiveId" clId="{CA99112C-1FC8-49BD-92AB-4017A60B5A10}" dt="2026-07-17T11:35:56.895" v="809" actId="478"/>
          <ac:picMkLst>
            <pc:docMk/>
            <pc:sldMk cId="3547359525" sldId="272"/>
            <ac:picMk id="19" creationId="{009560F6-BE67-85D1-0C7C-4797360B7FB7}"/>
          </ac:picMkLst>
        </pc:picChg>
      </pc:sldChg>
      <pc:sldChg chg="addSp delSp modSp add mod">
        <pc:chgData name="Edoardo Bianco" userId="9f67fd2a31e7e99a" providerId="LiveId" clId="{CA99112C-1FC8-49BD-92AB-4017A60B5A10}" dt="2026-07-17T11:46:16.772" v="893" actId="20577"/>
        <pc:sldMkLst>
          <pc:docMk/>
          <pc:sldMk cId="1706475383" sldId="273"/>
        </pc:sldMkLst>
        <pc:spChg chg="mod">
          <ac:chgData name="Edoardo Bianco" userId="9f67fd2a31e7e99a" providerId="LiveId" clId="{CA99112C-1FC8-49BD-92AB-4017A60B5A10}" dt="2026-07-17T11:44:21.547" v="869" actId="20577"/>
          <ac:spMkLst>
            <pc:docMk/>
            <pc:sldMk cId="1706475383" sldId="273"/>
            <ac:spMk id="2" creationId="{31AEA3C3-23A5-1263-4925-C03D92031D14}"/>
          </ac:spMkLst>
        </pc:spChg>
        <pc:spChg chg="mod">
          <ac:chgData name="Edoardo Bianco" userId="9f67fd2a31e7e99a" providerId="LiveId" clId="{CA99112C-1FC8-49BD-92AB-4017A60B5A10}" dt="2026-07-17T11:46:16.772" v="893" actId="20577"/>
          <ac:spMkLst>
            <pc:docMk/>
            <pc:sldMk cId="1706475383" sldId="273"/>
            <ac:spMk id="17" creationId="{7E3744EF-C02B-BD10-A384-86072767428E}"/>
          </ac:spMkLst>
        </pc:spChg>
        <pc:picChg chg="del">
          <ac:chgData name="Edoardo Bianco" userId="9f67fd2a31e7e99a" providerId="LiveId" clId="{CA99112C-1FC8-49BD-92AB-4017A60B5A10}" dt="2026-07-17T11:39:06.876" v="832" actId="478"/>
          <ac:picMkLst>
            <pc:docMk/>
            <pc:sldMk cId="1706475383" sldId="273"/>
            <ac:picMk id="4" creationId="{F60CC4FC-7991-84D6-C064-3EB71F42BA83}"/>
          </ac:picMkLst>
        </pc:picChg>
        <pc:picChg chg="add mod">
          <ac:chgData name="Edoardo Bianco" userId="9f67fd2a31e7e99a" providerId="LiveId" clId="{CA99112C-1FC8-49BD-92AB-4017A60B5A10}" dt="2026-07-17T11:44:41.322" v="870" actId="1076"/>
          <ac:picMkLst>
            <pc:docMk/>
            <pc:sldMk cId="1706475383" sldId="273"/>
            <ac:picMk id="5" creationId="{F872D2F2-112B-D422-52E1-07A7D08643F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AAD5D-E740-1DD2-82C7-835CFAE0AF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881BD-7D61-C06F-574E-A5D0CE6D660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5541B7A-37DD-9BAD-EE36-B4D92375B6E9}"/>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799988F4-4A33-B020-4232-08FB8448864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255313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0036C-FB94-4B84-6989-ACBF75CF1D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9F631-26E7-0D62-EDE2-69DB893B394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B5A492E-A934-2F6B-9A06-FBB7F333FC33}"/>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6B23BE3C-7953-6058-41E1-29BFC228E71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53755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047F6-9053-97E2-C12D-E00CF5309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118BC-BC8B-3099-3DA2-D36BB3700C9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987339C-5DBB-F47A-3184-972DC3528F2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69CEE8E1-7A33-346A-5FBF-3D7C0444C02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86353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88044-21BC-37E8-0D5D-511BDFE711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8FE60-6D5E-75D2-A8E0-5E3877C0286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C31C988-F1C1-6C58-A7EC-2171F82921C5}"/>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E5F7E4FB-A397-F55B-D303-DD1AB87065C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60531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DCCF8-68AC-7E00-33E6-9908515FD1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EBFE7-ED8C-D486-0485-8C9A4E403CFB}"/>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AF5C72D6-DB77-07D0-F2E4-D1DEAF71B004}"/>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4552AF78-220A-0098-4393-D2ECFF73C31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174024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321D6-77F5-DBC3-F3F1-653414A3E6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A86FB1-A918-F92C-391A-8F7189A8B71E}"/>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C4674980-7086-D140-5E2B-4457AA452084}"/>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A1AC260D-40D5-FFD1-FB20-21FE0102CEB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335086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19F1A-DF70-7407-BA19-8ABEE56C1D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42956-EA40-69F7-C01E-C62A4F0ACA68}"/>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AA0AB07A-EF50-756F-ECE5-B6C2B64FF72E}"/>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269F8C29-0D9F-BEE9-4C9F-BB20A2F13D8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8012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cover-blue-line">
            <a:extLst>
              <a:ext uri="{FF2B5EF4-FFF2-40B4-BE49-F238E27FC236}">
                <a16:creationId xmlns:a16="http://schemas.microsoft.com/office/drawing/2014/main" id="{AA995865-DF8F-498E-B961-104533C7C38A}"/>
              </a:ext>
            </a:extLst>
          </p:cNvPr>
          <p:cNvSpPr>
            <a:spLocks noGrp="1"/>
          </p:cNvSpPr>
          <p:nvPr/>
        </p:nvSpPr>
        <p:spPr>
          <a:xfrm>
            <a:off x="457200" y="1466850"/>
            <a:ext cx="838200" cy="66675"/>
          </a:xfrm>
          <a:prstGeom prst="rect">
            <a:avLst/>
          </a:prstGeom>
          <a:solidFill>
            <a:srgbClr val="3D8DFF"/>
          </a:solidFill>
        </p:spPr>
        <p:txBody>
          <a:bodyPr/>
          <a:lstStyle/>
          <a:p>
            <a:endParaRPr lang="pt-BR" noProof="0" dirty="0"/>
          </a:p>
        </p:txBody>
      </p:sp>
      <p:sp>
        <p:nvSpPr>
          <p:cNvPr id="2" name="cover-label">
            <a:extLst>
              <a:ext uri="{FF2B5EF4-FFF2-40B4-BE49-F238E27FC236}">
                <a16:creationId xmlns:a16="http://schemas.microsoft.com/office/drawing/2014/main" id="{DB601CF7-1375-43BD-AED7-F8281E834CED}"/>
              </a:ext>
            </a:extLst>
          </p:cNvPr>
          <p:cNvSpPr>
            <a:spLocks noGrp="1"/>
          </p:cNvSpPr>
          <p:nvPr/>
        </p:nvSpPr>
        <p:spPr>
          <a:xfrm>
            <a:off x="457200" y="457200"/>
            <a:ext cx="4215384" cy="304800"/>
          </a:xfrm>
          <a:prstGeom prst="rect">
            <a:avLst/>
          </a:prstGeom>
        </p:spPr>
        <p:txBody>
          <a:bodyPr wrap="square" lIns="0" tIns="0" rIns="0" bIns="0" anchor="t">
            <a:noAutofit/>
          </a:bodyPr>
          <a:lstStyle/>
          <a:p>
            <a:pPr>
              <a:defRPr sz="1350" b="1">
                <a:solidFill>
                  <a:srgbClr val="5D6470"/>
                </a:solidFill>
                <a:latin typeface="Arial"/>
                <a:ea typeface="Arial"/>
                <a:cs typeface="Arial"/>
              </a:defRPr>
            </a:pPr>
            <a:r>
              <a:rPr lang="pt-BR" noProof="0" dirty="0"/>
              <a:t>SIMTR HUB •  ARQUITETURA DE CAPACIDADES</a:t>
            </a:r>
          </a:p>
        </p:txBody>
      </p:sp>
      <p:sp>
        <p:nvSpPr>
          <p:cNvPr id="3" name="cover-title-1">
            <a:extLst>
              <a:ext uri="{FF2B5EF4-FFF2-40B4-BE49-F238E27FC236}">
                <a16:creationId xmlns:a16="http://schemas.microsoft.com/office/drawing/2014/main" id="{0E30A445-2400-4681-85E0-325429593303}"/>
              </a:ext>
            </a:extLst>
          </p:cNvPr>
          <p:cNvSpPr>
            <a:spLocks noGrp="1"/>
          </p:cNvSpPr>
          <p:nvPr/>
        </p:nvSpPr>
        <p:spPr>
          <a:xfrm>
            <a:off x="457200" y="2266950"/>
            <a:ext cx="10287000" cy="781050"/>
          </a:xfrm>
          <a:prstGeom prst="rect">
            <a:avLst/>
          </a:prstGeom>
        </p:spPr>
        <p:txBody>
          <a:bodyPr wrap="square" lIns="0" tIns="0" rIns="0" bIns="0" anchor="t">
            <a:noAutofit/>
          </a:bodyPr>
          <a:lstStyle/>
          <a:p>
            <a:pPr algn="l">
              <a:defRPr sz="4950" b="1">
                <a:solidFill>
                  <a:srgbClr val="000000"/>
                </a:solidFill>
                <a:latin typeface="Arial"/>
                <a:ea typeface="Arial"/>
                <a:cs typeface="Arial"/>
              </a:defRPr>
            </a:pPr>
            <a:endParaRPr lang="pt-BR" noProof="0" dirty="0"/>
          </a:p>
        </p:txBody>
      </p:sp>
      <p:sp>
        <p:nvSpPr>
          <p:cNvPr id="4" name="cover-title-2">
            <a:extLst>
              <a:ext uri="{FF2B5EF4-FFF2-40B4-BE49-F238E27FC236}">
                <a16:creationId xmlns:a16="http://schemas.microsoft.com/office/drawing/2014/main" id="{46398106-2B98-43CF-8B08-9E63B48FA47F}"/>
              </a:ext>
            </a:extLst>
          </p:cNvPr>
          <p:cNvSpPr>
            <a:spLocks noGrp="1"/>
          </p:cNvSpPr>
          <p:nvPr/>
        </p:nvSpPr>
        <p:spPr>
          <a:xfrm>
            <a:off x="457200" y="3143250"/>
            <a:ext cx="9525000" cy="781050"/>
          </a:xfrm>
          <a:prstGeom prst="rect">
            <a:avLst/>
          </a:prstGeom>
        </p:spPr>
        <p:txBody>
          <a:bodyPr wrap="square" lIns="0" tIns="0" rIns="0" bIns="0" anchor="t">
            <a:noAutofit/>
          </a:bodyPr>
          <a:lstStyle/>
          <a:p>
            <a:pPr algn="l">
              <a:defRPr sz="4950" b="1">
                <a:solidFill>
                  <a:srgbClr val="000000"/>
                </a:solidFill>
                <a:latin typeface="Arial"/>
                <a:ea typeface="Arial"/>
                <a:cs typeface="Arial"/>
              </a:defRPr>
            </a:pPr>
            <a:r>
              <a:rPr lang="pt-BR" noProof="0" dirty="0"/>
              <a:t>Arquitetura do SIMTR Hub</a:t>
            </a:r>
          </a:p>
        </p:txBody>
      </p:sp>
      <p:sp>
        <p:nvSpPr>
          <p:cNvPr id="5" name="cover-subtitle">
            <a:extLst>
              <a:ext uri="{FF2B5EF4-FFF2-40B4-BE49-F238E27FC236}">
                <a16:creationId xmlns:a16="http://schemas.microsoft.com/office/drawing/2014/main" id="{B99C6D35-0C04-42D5-A8FB-706FDE053C7A}"/>
              </a:ext>
            </a:extLst>
          </p:cNvPr>
          <p:cNvSpPr>
            <a:spLocks noGrp="1"/>
          </p:cNvSpPr>
          <p:nvPr/>
        </p:nvSpPr>
        <p:spPr>
          <a:xfrm>
            <a:off x="457200" y="4857750"/>
            <a:ext cx="10001250" cy="723900"/>
          </a:xfrm>
          <a:prstGeom prst="rect">
            <a:avLst/>
          </a:prstGeom>
        </p:spPr>
        <p:txBody>
          <a:bodyPr wrap="square" lIns="0" tIns="0" rIns="0" bIns="0" anchor="t">
            <a:noAutofit/>
          </a:bodyPr>
          <a:lstStyle/>
          <a:p>
            <a:pPr algn="l">
              <a:defRPr sz="2100" b="0">
                <a:solidFill>
                  <a:srgbClr val="5D6470"/>
                </a:solidFill>
                <a:latin typeface="Arial"/>
                <a:ea typeface="Arial"/>
                <a:cs typeface="Arial"/>
              </a:defRPr>
            </a:pPr>
            <a:r>
              <a:rPr lang="pt-BR" noProof="0" dirty="0"/>
              <a:t>Capacidades de negócio prontas para evoluir</a:t>
            </a:r>
          </a:p>
          <a:p>
            <a:pPr algn="l">
              <a:defRPr sz="2100" b="0">
                <a:solidFill>
                  <a:srgbClr val="5D6470"/>
                </a:solidFill>
                <a:latin typeface="Arial"/>
                <a:ea typeface="Arial"/>
                <a:cs typeface="Arial"/>
              </a:defRPr>
            </a:pPr>
            <a:r>
              <a:rPr lang="pt-BR" noProof="0" dirty="0"/>
              <a:t> </a:t>
            </a:r>
          </a:p>
          <a:p>
            <a:pPr algn="l">
              <a:defRPr sz="2100" b="0">
                <a:solidFill>
                  <a:srgbClr val="5D6470"/>
                </a:solidFill>
                <a:latin typeface="Arial"/>
                <a:ea typeface="Arial"/>
                <a:cs typeface="Arial"/>
              </a:defRPr>
            </a:pPr>
            <a:r>
              <a:rPr lang="pt-BR" noProof="0" dirty="0"/>
              <a:t>.</a:t>
            </a:r>
          </a:p>
        </p:txBody>
      </p:sp>
    </p:spTree>
    <p:extLst>
      <p:ext uri="{BB962C8B-B14F-4D97-AF65-F5344CB8AC3E}">
        <p14:creationId xmlns:p14="http://schemas.microsoft.com/office/powerpoint/2010/main" val="164730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footer-3">
            <a:extLst>
              <a:ext uri="{FF2B5EF4-FFF2-40B4-BE49-F238E27FC236}">
                <a16:creationId xmlns:a16="http://schemas.microsoft.com/office/drawing/2014/main" id="{C3918184-3A1C-45D1-A260-20CB021B9C96}"/>
              </a:ext>
            </a:extLst>
          </p:cNvPr>
          <p:cNvSpPr>
            <a:spLocks noGrp="1"/>
          </p:cNvSpPr>
          <p:nvPr/>
        </p:nvSpPr>
        <p:spPr>
          <a:xfrm>
            <a:off x="11277600" y="6276975"/>
            <a:ext cx="523875" cy="238125"/>
          </a:xfrm>
          <a:prstGeom prst="rect">
            <a:avLst/>
          </a:prstGeom>
        </p:spPr>
        <p:txBody>
          <a:bodyPr wrap="square" lIns="0" tIns="0" rIns="0" bIns="0" anchor="b">
            <a:noAutofit/>
          </a:bodyPr>
          <a:lstStyle/>
          <a:p>
            <a:pPr algn="r">
              <a:defRPr sz="1000" b="0">
                <a:solidFill>
                  <a:srgbClr val="000000"/>
                </a:solidFill>
                <a:latin typeface="Arial"/>
                <a:ea typeface="Arial"/>
                <a:cs typeface="Arial"/>
              </a:defRPr>
            </a:pPr>
            <a:r>
              <a:rPr lang="pt-BR" dirty="0"/>
              <a:t>1</a:t>
            </a:r>
            <a:endParaRPr lang="pt-BR" noProof="0" dirty="0"/>
          </a:p>
        </p:txBody>
      </p:sp>
      <p:sp>
        <p:nvSpPr>
          <p:cNvPr id="10" name="s3-title">
            <a:extLst>
              <a:ext uri="{FF2B5EF4-FFF2-40B4-BE49-F238E27FC236}">
                <a16:creationId xmlns:a16="http://schemas.microsoft.com/office/drawing/2014/main" id="{570EFE4D-CA7D-47D4-B188-01AADB7D73A2}"/>
              </a:ext>
            </a:extLst>
          </p:cNvPr>
          <p:cNvSpPr>
            <a:spLocks noGrp="1"/>
          </p:cNvSpPr>
          <p:nvPr/>
        </p:nvSpPr>
        <p:spPr>
          <a:xfrm>
            <a:off x="390525" y="342900"/>
            <a:ext cx="11410950" cy="904875"/>
          </a:xfrm>
          <a:prstGeom prst="rect">
            <a:avLst/>
          </a:prstGeom>
        </p:spPr>
        <p:txBody>
          <a:bodyPr wrap="square" lIns="0" tIns="0" rIns="0" bIns="0" anchor="t">
            <a:noAutofit/>
          </a:bodyPr>
          <a:lstStyle/>
          <a:p>
            <a:pPr algn="l">
              <a:defRPr sz="2900" b="1">
                <a:solidFill>
                  <a:srgbClr val="000000"/>
                </a:solidFill>
                <a:latin typeface="Arial"/>
                <a:ea typeface="Arial"/>
                <a:cs typeface="Arial"/>
              </a:defRPr>
            </a:pPr>
            <a:r>
              <a:rPr lang="pt-BR" noProof="0" dirty="0"/>
              <a:t>Organização por domínio</a:t>
            </a:r>
          </a:p>
        </p:txBody>
      </p:sp>
      <p:sp>
        <p:nvSpPr>
          <p:cNvPr id="37" name="CaixaDeTexto 36">
            <a:extLst>
              <a:ext uri="{FF2B5EF4-FFF2-40B4-BE49-F238E27FC236}">
                <a16:creationId xmlns:a16="http://schemas.microsoft.com/office/drawing/2014/main" id="{E14A7FF5-B588-4DDD-09B7-0E5E3C8B6EA2}"/>
              </a:ext>
            </a:extLst>
          </p:cNvPr>
          <p:cNvSpPr txBox="1"/>
          <p:nvPr/>
        </p:nvSpPr>
        <p:spPr>
          <a:xfrm>
            <a:off x="256032" y="1443841"/>
            <a:ext cx="11649456" cy="4247317"/>
          </a:xfrm>
          <a:prstGeom prst="rect">
            <a:avLst/>
          </a:prstGeom>
          <a:noFill/>
        </p:spPr>
        <p:txBody>
          <a:bodyPr wrap="square">
            <a:spAutoFit/>
          </a:bodyPr>
          <a:lstStyle/>
          <a:p>
            <a:r>
              <a:rPr lang="pt-BR" dirty="0"/>
              <a:t>Ha duas formas comuns de agrupar o código: </a:t>
            </a:r>
          </a:p>
          <a:p>
            <a:pPr marL="285750" indent="-285750">
              <a:buFont typeface="Arial" panose="020B0604020202020204" pitchFamily="34" charset="0"/>
              <a:buChar char="•"/>
            </a:pPr>
            <a:r>
              <a:rPr lang="pt-BR" dirty="0"/>
              <a:t>por tecnologia, reunindo recursos, serviços, integrações e mapeamento de toda a solução</a:t>
            </a:r>
          </a:p>
          <a:p>
            <a:pPr marL="285750" indent="-285750">
              <a:buFont typeface="Arial" panose="020B0604020202020204" pitchFamily="34" charset="0"/>
              <a:buChar char="•"/>
            </a:pPr>
            <a:r>
              <a:rPr lang="pt-BR" dirty="0"/>
              <a:t>por domínio, reunindo os artefatos que realizam uma capacidade de negocio. </a:t>
            </a:r>
          </a:p>
          <a:p>
            <a:pPr marL="285750" indent="-285750">
              <a:buFont typeface="Arial" panose="020B0604020202020204" pitchFamily="34" charset="0"/>
              <a:buChar char="•"/>
            </a:pPr>
            <a:endParaRPr lang="pt-BR" dirty="0"/>
          </a:p>
          <a:p>
            <a:r>
              <a:rPr lang="pt-BR" dirty="0"/>
              <a:t>O </a:t>
            </a:r>
            <a:r>
              <a:rPr lang="pt-BR" dirty="0" err="1"/>
              <a:t>simtr</a:t>
            </a:r>
            <a:r>
              <a:rPr lang="pt-BR" dirty="0"/>
              <a:t>-hub adota a organização de </a:t>
            </a:r>
            <a:r>
              <a:rPr lang="pt-BR" b="1" dirty="0" err="1"/>
              <a:t>package</a:t>
            </a:r>
            <a:r>
              <a:rPr lang="pt-BR" b="1" dirty="0"/>
              <a:t> </a:t>
            </a:r>
            <a:r>
              <a:rPr lang="pt-BR" b="1" dirty="0" err="1"/>
              <a:t>by</a:t>
            </a:r>
            <a:r>
              <a:rPr lang="pt-BR" b="1" dirty="0"/>
              <a:t> </a:t>
            </a:r>
            <a:r>
              <a:rPr lang="pt-BR" b="1" dirty="0" err="1"/>
              <a:t>domain</a:t>
            </a:r>
            <a:r>
              <a:rPr lang="pt-BR" b="1" dirty="0"/>
              <a:t>:</a:t>
            </a:r>
            <a:endParaRPr lang="pt-BR" dirty="0"/>
          </a:p>
          <a:p>
            <a:endParaRPr lang="pt-BR" dirty="0"/>
          </a:p>
          <a:p>
            <a:pPr marL="285750" indent="-285750">
              <a:buFont typeface="Arial" panose="020B0604020202020204" pitchFamily="34" charset="0"/>
              <a:buChar char="•"/>
            </a:pPr>
            <a:r>
              <a:rPr lang="pt-BR" dirty="0"/>
              <a:t>Árvore documental</a:t>
            </a:r>
          </a:p>
          <a:p>
            <a:pPr marL="285750" indent="-285750">
              <a:buFont typeface="Arial" panose="020B0604020202020204" pitchFamily="34" charset="0"/>
              <a:buChar char="•"/>
            </a:pPr>
            <a:r>
              <a:rPr lang="pt-BR" dirty="0"/>
              <a:t>Conformidade</a:t>
            </a:r>
          </a:p>
          <a:p>
            <a:pPr marL="285750" indent="-285750">
              <a:buFont typeface="Arial" panose="020B0604020202020204" pitchFamily="34" charset="0"/>
              <a:buChar char="•"/>
            </a:pPr>
            <a:r>
              <a:rPr lang="pt-BR" dirty="0"/>
              <a:t>Dossiê produto</a:t>
            </a:r>
          </a:p>
          <a:p>
            <a:pPr marL="285750" indent="-285750">
              <a:buFont typeface="Arial" panose="020B0604020202020204" pitchFamily="34" charset="0"/>
              <a:buChar char="•"/>
            </a:pPr>
            <a:r>
              <a:rPr lang="pt-BR" dirty="0"/>
              <a:t>Gestão de documento</a:t>
            </a:r>
          </a:p>
          <a:p>
            <a:pPr marL="285750" indent="-285750">
              <a:buFont typeface="Arial" panose="020B0604020202020204" pitchFamily="34" charset="0"/>
              <a:buChar char="•"/>
            </a:pPr>
            <a:endParaRPr lang="pt-BR" dirty="0"/>
          </a:p>
          <a:p>
            <a:endParaRPr lang="pt-BR" dirty="0"/>
          </a:p>
          <a:p>
            <a:r>
              <a:rPr lang="pt-BR" dirty="0"/>
              <a:t>Os domínios de negócio possuem fronteiras próprias. Os nomes dos sistemas externos e das tecnologias aparecem nas bordas quando fazem parte o contrato, mas não definem um domínio interno compartilhado. Essa organização reduz o</a:t>
            </a:r>
          </a:p>
          <a:p>
            <a:r>
              <a:rPr lang="pt-BR" dirty="0"/>
              <a:t>acoplamento entre capacidades e torna explicito quem e responsável por cada operação.</a:t>
            </a:r>
          </a:p>
        </p:txBody>
      </p:sp>
    </p:spTree>
    <p:extLst>
      <p:ext uri="{BB962C8B-B14F-4D97-AF65-F5344CB8AC3E}">
        <p14:creationId xmlns:p14="http://schemas.microsoft.com/office/powerpoint/2010/main" val="352145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s2-arrow-1">
            <a:extLst>
              <a:ext uri="{FF2B5EF4-FFF2-40B4-BE49-F238E27FC236}">
                <a16:creationId xmlns:a16="http://schemas.microsoft.com/office/drawing/2014/main" id="{B4DD53C2-7B54-4DBB-816A-F1CDA6472822}"/>
              </a:ext>
            </a:extLst>
          </p:cNvPr>
          <p:cNvSpPr>
            <a:spLocks noGrp="1"/>
          </p:cNvSpPr>
          <p:nvPr/>
        </p:nvSpPr>
        <p:spPr>
          <a:xfrm>
            <a:off x="2343150" y="3076575"/>
            <a:ext cx="400050" cy="323850"/>
          </a:xfrm>
          <a:prstGeom prst="rightArrow">
            <a:avLst/>
          </a:prstGeom>
          <a:solidFill>
            <a:srgbClr val="3D8DFF"/>
          </a:solidFill>
        </p:spPr>
        <p:txBody>
          <a:bodyPr/>
          <a:lstStyle/>
          <a:p>
            <a:endParaRPr lang="pt-BR" noProof="0" dirty="0"/>
          </a:p>
        </p:txBody>
      </p:sp>
      <p:sp>
        <p:nvSpPr>
          <p:cNvPr id="2" name="s2-arrow-2">
            <a:extLst>
              <a:ext uri="{FF2B5EF4-FFF2-40B4-BE49-F238E27FC236}">
                <a16:creationId xmlns:a16="http://schemas.microsoft.com/office/drawing/2014/main" id="{3F7CFF1E-D1C7-406D-9B8B-99C7B311F3CB}"/>
              </a:ext>
            </a:extLst>
          </p:cNvPr>
          <p:cNvSpPr>
            <a:spLocks noGrp="1"/>
          </p:cNvSpPr>
          <p:nvPr/>
        </p:nvSpPr>
        <p:spPr>
          <a:xfrm>
            <a:off x="4000500" y="3076575"/>
            <a:ext cx="400050" cy="323850"/>
          </a:xfrm>
          <a:prstGeom prst="rightArrow">
            <a:avLst/>
          </a:prstGeom>
          <a:solidFill>
            <a:srgbClr val="3D8DFF"/>
          </a:solidFill>
        </p:spPr>
        <p:txBody>
          <a:bodyPr/>
          <a:lstStyle/>
          <a:p>
            <a:endParaRPr lang="pt-BR" noProof="0" dirty="0"/>
          </a:p>
        </p:txBody>
      </p:sp>
      <p:sp>
        <p:nvSpPr>
          <p:cNvPr id="3" name="s2-arrow-3">
            <a:extLst>
              <a:ext uri="{FF2B5EF4-FFF2-40B4-BE49-F238E27FC236}">
                <a16:creationId xmlns:a16="http://schemas.microsoft.com/office/drawing/2014/main" id="{1BD90BA7-628F-4E6E-A7F4-857887784232}"/>
              </a:ext>
            </a:extLst>
          </p:cNvPr>
          <p:cNvSpPr>
            <a:spLocks noGrp="1"/>
          </p:cNvSpPr>
          <p:nvPr/>
        </p:nvSpPr>
        <p:spPr>
          <a:xfrm>
            <a:off x="7791450" y="3076575"/>
            <a:ext cx="400050" cy="323850"/>
          </a:xfrm>
          <a:prstGeom prst="rightArrow">
            <a:avLst/>
          </a:prstGeom>
          <a:solidFill>
            <a:srgbClr val="3D8DFF"/>
          </a:solidFill>
        </p:spPr>
        <p:txBody>
          <a:bodyPr/>
          <a:lstStyle/>
          <a:p>
            <a:endParaRPr lang="pt-BR" noProof="0" dirty="0"/>
          </a:p>
        </p:txBody>
      </p:sp>
      <p:sp>
        <p:nvSpPr>
          <p:cNvPr id="4" name="s2-arrow-4">
            <a:extLst>
              <a:ext uri="{FF2B5EF4-FFF2-40B4-BE49-F238E27FC236}">
                <a16:creationId xmlns:a16="http://schemas.microsoft.com/office/drawing/2014/main" id="{A2DB72A1-C057-49D0-807F-D50FC682CDCA}"/>
              </a:ext>
            </a:extLst>
          </p:cNvPr>
          <p:cNvSpPr>
            <a:spLocks noGrp="1"/>
          </p:cNvSpPr>
          <p:nvPr/>
        </p:nvSpPr>
        <p:spPr>
          <a:xfrm>
            <a:off x="9448800" y="3076575"/>
            <a:ext cx="400050" cy="323850"/>
          </a:xfrm>
          <a:prstGeom prst="rightArrow">
            <a:avLst/>
          </a:prstGeom>
          <a:solidFill>
            <a:srgbClr val="3D8DFF"/>
          </a:solidFill>
        </p:spPr>
        <p:txBody>
          <a:bodyPr/>
          <a:lstStyle/>
          <a:p>
            <a:endParaRPr lang="pt-BR" noProof="0" dirty="0"/>
          </a:p>
        </p:txBody>
      </p:sp>
      <p:sp>
        <p:nvSpPr>
          <p:cNvPr id="5" name="s2-in">
            <a:extLst>
              <a:ext uri="{FF2B5EF4-FFF2-40B4-BE49-F238E27FC236}">
                <a16:creationId xmlns:a16="http://schemas.microsoft.com/office/drawing/2014/main" id="{79760F27-E8B9-445F-A311-2C0293138A0F}"/>
              </a:ext>
            </a:extLst>
          </p:cNvPr>
          <p:cNvSpPr>
            <a:spLocks noGrp="1"/>
          </p:cNvSpPr>
          <p:nvPr/>
        </p:nvSpPr>
        <p:spPr>
          <a:xfrm>
            <a:off x="457200" y="2686050"/>
            <a:ext cx="1847850" cy="1104900"/>
          </a:xfrm>
          <a:prstGeom prst="roundRect">
            <a:avLst>
              <a:gd name="adj" fmla="val 6897"/>
            </a:avLst>
          </a:prstGeom>
          <a:solidFill>
            <a:srgbClr val="F3F4F6"/>
          </a:solidFill>
        </p:spPr>
        <p:txBody>
          <a:bodyPr/>
          <a:lstStyle/>
          <a:p>
            <a:endParaRPr lang="pt-BR" noProof="0" dirty="0"/>
          </a:p>
        </p:txBody>
      </p:sp>
      <p:sp>
        <p:nvSpPr>
          <p:cNvPr id="6" name="s2-port-in">
            <a:extLst>
              <a:ext uri="{FF2B5EF4-FFF2-40B4-BE49-F238E27FC236}">
                <a16:creationId xmlns:a16="http://schemas.microsoft.com/office/drawing/2014/main" id="{E7D440F6-396B-49D9-8450-8EF5BD5208E1}"/>
              </a:ext>
            </a:extLst>
          </p:cNvPr>
          <p:cNvSpPr>
            <a:spLocks noGrp="1"/>
          </p:cNvSpPr>
          <p:nvPr/>
        </p:nvSpPr>
        <p:spPr>
          <a:xfrm>
            <a:off x="2800350" y="2857500"/>
            <a:ext cx="1143000" cy="762000"/>
          </a:xfrm>
          <a:prstGeom prst="roundRect">
            <a:avLst>
              <a:gd name="adj" fmla="val 10000"/>
            </a:avLst>
          </a:prstGeom>
          <a:solidFill>
            <a:srgbClr val="3D8DFF"/>
          </a:solidFill>
        </p:spPr>
        <p:txBody>
          <a:bodyPr/>
          <a:lstStyle/>
          <a:p>
            <a:endParaRPr lang="pt-BR" noProof="0" dirty="0"/>
          </a:p>
        </p:txBody>
      </p:sp>
      <p:sp>
        <p:nvSpPr>
          <p:cNvPr id="7" name="s2-core">
            <a:extLst>
              <a:ext uri="{FF2B5EF4-FFF2-40B4-BE49-F238E27FC236}">
                <a16:creationId xmlns:a16="http://schemas.microsoft.com/office/drawing/2014/main" id="{4650CB77-8CA3-4BB0-A4C1-9FFABF3D6B9C}"/>
              </a:ext>
            </a:extLst>
          </p:cNvPr>
          <p:cNvSpPr>
            <a:spLocks noGrp="1"/>
          </p:cNvSpPr>
          <p:nvPr/>
        </p:nvSpPr>
        <p:spPr>
          <a:xfrm>
            <a:off x="4457700" y="2533650"/>
            <a:ext cx="3276600" cy="1409700"/>
          </a:xfrm>
          <a:prstGeom prst="roundRect">
            <a:avLst>
              <a:gd name="adj" fmla="val 5405"/>
            </a:avLst>
          </a:prstGeom>
          <a:solidFill>
            <a:srgbClr val="000000"/>
          </a:solidFill>
        </p:spPr>
        <p:txBody>
          <a:bodyPr/>
          <a:lstStyle/>
          <a:p>
            <a:endParaRPr lang="pt-BR" noProof="0" dirty="0"/>
          </a:p>
        </p:txBody>
      </p:sp>
      <p:sp>
        <p:nvSpPr>
          <p:cNvPr id="8" name="s2-port-out">
            <a:extLst>
              <a:ext uri="{FF2B5EF4-FFF2-40B4-BE49-F238E27FC236}">
                <a16:creationId xmlns:a16="http://schemas.microsoft.com/office/drawing/2014/main" id="{117E8E3D-4CBC-42AB-ACDB-2FCC6E6EE8AE}"/>
              </a:ext>
            </a:extLst>
          </p:cNvPr>
          <p:cNvSpPr>
            <a:spLocks noGrp="1"/>
          </p:cNvSpPr>
          <p:nvPr/>
        </p:nvSpPr>
        <p:spPr>
          <a:xfrm>
            <a:off x="8248650" y="2857500"/>
            <a:ext cx="1143000" cy="762000"/>
          </a:xfrm>
          <a:prstGeom prst="roundRect">
            <a:avLst>
              <a:gd name="adj" fmla="val 10000"/>
            </a:avLst>
          </a:prstGeom>
          <a:solidFill>
            <a:srgbClr val="3D8DFF"/>
          </a:solidFill>
        </p:spPr>
        <p:txBody>
          <a:bodyPr/>
          <a:lstStyle/>
          <a:p>
            <a:endParaRPr lang="pt-BR" noProof="0" dirty="0"/>
          </a:p>
        </p:txBody>
      </p:sp>
      <p:sp>
        <p:nvSpPr>
          <p:cNvPr id="9" name="s2-out">
            <a:extLst>
              <a:ext uri="{FF2B5EF4-FFF2-40B4-BE49-F238E27FC236}">
                <a16:creationId xmlns:a16="http://schemas.microsoft.com/office/drawing/2014/main" id="{DC74D7EC-6FA9-4ED8-91FB-6E47A0F577AD}"/>
              </a:ext>
            </a:extLst>
          </p:cNvPr>
          <p:cNvSpPr>
            <a:spLocks noGrp="1"/>
          </p:cNvSpPr>
          <p:nvPr/>
        </p:nvSpPr>
        <p:spPr>
          <a:xfrm>
            <a:off x="9906000" y="2686050"/>
            <a:ext cx="1828800" cy="1104900"/>
          </a:xfrm>
          <a:prstGeom prst="roundRect">
            <a:avLst>
              <a:gd name="adj" fmla="val 6897"/>
            </a:avLst>
          </a:prstGeom>
          <a:solidFill>
            <a:srgbClr val="F3F4F6"/>
          </a:solidFill>
        </p:spPr>
        <p:txBody>
          <a:bodyPr/>
          <a:lstStyle/>
          <a:p>
            <a:endParaRPr lang="pt-BR" noProof="0" dirty="0"/>
          </a:p>
        </p:txBody>
      </p:sp>
      <p:sp>
        <p:nvSpPr>
          <p:cNvPr id="10" name="footer-2">
            <a:extLst>
              <a:ext uri="{FF2B5EF4-FFF2-40B4-BE49-F238E27FC236}">
                <a16:creationId xmlns:a16="http://schemas.microsoft.com/office/drawing/2014/main" id="{509C9C3B-C1F9-4170-9C27-32F3352A146C}"/>
              </a:ext>
            </a:extLst>
          </p:cNvPr>
          <p:cNvSpPr>
            <a:spLocks noGrp="1"/>
          </p:cNvSpPr>
          <p:nvPr/>
        </p:nvSpPr>
        <p:spPr>
          <a:xfrm>
            <a:off x="11277600" y="6276975"/>
            <a:ext cx="523875" cy="238125"/>
          </a:xfrm>
          <a:prstGeom prst="rect">
            <a:avLst/>
          </a:prstGeom>
        </p:spPr>
        <p:txBody>
          <a:bodyPr wrap="square" lIns="0" tIns="0" rIns="0" bIns="0" anchor="b">
            <a:noAutofit/>
          </a:bodyPr>
          <a:lstStyle/>
          <a:p>
            <a:pPr algn="r">
              <a:defRPr sz="1000" b="0">
                <a:solidFill>
                  <a:srgbClr val="000000"/>
                </a:solidFill>
                <a:latin typeface="Arial"/>
                <a:ea typeface="Arial"/>
                <a:cs typeface="Arial"/>
              </a:defRPr>
            </a:pPr>
            <a:r>
              <a:rPr lang="pt-BR" noProof="0" dirty="0"/>
              <a:t>2</a:t>
            </a:r>
          </a:p>
        </p:txBody>
      </p:sp>
      <p:sp>
        <p:nvSpPr>
          <p:cNvPr id="11" name="s2-title">
            <a:extLst>
              <a:ext uri="{FF2B5EF4-FFF2-40B4-BE49-F238E27FC236}">
                <a16:creationId xmlns:a16="http://schemas.microsoft.com/office/drawing/2014/main" id="{9A46BB3A-040E-493A-BE6A-F038A7A8095E}"/>
              </a:ext>
            </a:extLst>
          </p:cNvPr>
          <p:cNvSpPr>
            <a:spLocks noGrp="1"/>
          </p:cNvSpPr>
          <p:nvPr/>
        </p:nvSpPr>
        <p:spPr>
          <a:xfrm>
            <a:off x="457200" y="419100"/>
            <a:ext cx="11277600" cy="1104900"/>
          </a:xfrm>
          <a:prstGeom prst="rect">
            <a:avLst/>
          </a:prstGeom>
        </p:spPr>
        <p:txBody>
          <a:bodyPr wrap="square" lIns="0" tIns="0" rIns="0" bIns="0" anchor="t">
            <a:noAutofit/>
          </a:bodyPr>
          <a:lstStyle/>
          <a:p>
            <a:pPr algn="l">
              <a:defRPr sz="3075" b="1">
                <a:solidFill>
                  <a:srgbClr val="000000"/>
                </a:solidFill>
                <a:latin typeface="Arial"/>
                <a:ea typeface="Arial"/>
                <a:cs typeface="Arial"/>
              </a:defRPr>
            </a:pPr>
            <a:r>
              <a:rPr lang="pt-BR" noProof="0" dirty="0"/>
              <a:t>A </a:t>
            </a:r>
            <a:r>
              <a:rPr lang="pt-BR" strike="sngStrike" noProof="0" dirty="0"/>
              <a:t>arquitetura </a:t>
            </a:r>
            <a:r>
              <a:rPr lang="pt-BR" noProof="0" dirty="0"/>
              <a:t>organização "hexagonal" preserva a capacidade de negócio</a:t>
            </a:r>
          </a:p>
        </p:txBody>
      </p:sp>
      <p:sp>
        <p:nvSpPr>
          <p:cNvPr id="12" name="s2-in-eye">
            <a:extLst>
              <a:ext uri="{FF2B5EF4-FFF2-40B4-BE49-F238E27FC236}">
                <a16:creationId xmlns:a16="http://schemas.microsoft.com/office/drawing/2014/main" id="{D92E06AC-9514-4C8A-A1D4-DF99ED946A31}"/>
              </a:ext>
            </a:extLst>
          </p:cNvPr>
          <p:cNvSpPr>
            <a:spLocks noGrp="1"/>
          </p:cNvSpPr>
          <p:nvPr/>
        </p:nvSpPr>
        <p:spPr>
          <a:xfrm>
            <a:off x="457200" y="2133600"/>
            <a:ext cx="1847850" cy="228600"/>
          </a:xfrm>
          <a:prstGeom prst="rect">
            <a:avLst/>
          </a:prstGeom>
        </p:spPr>
        <p:txBody>
          <a:bodyPr wrap="square" lIns="0" tIns="0" rIns="0" bIns="0" anchor="t">
            <a:noAutofit/>
          </a:bodyPr>
          <a:lstStyle/>
          <a:p>
            <a:pPr algn="ctr">
              <a:defRPr sz="1125" b="1">
                <a:solidFill>
                  <a:srgbClr val="5D6470"/>
                </a:solidFill>
                <a:latin typeface="Arial"/>
                <a:ea typeface="Arial"/>
                <a:cs typeface="Arial"/>
              </a:defRPr>
            </a:pPr>
            <a:r>
              <a:rPr lang="pt-BR" noProof="0" dirty="0"/>
              <a:t>ENTRADAS</a:t>
            </a:r>
          </a:p>
        </p:txBody>
      </p:sp>
      <p:sp>
        <p:nvSpPr>
          <p:cNvPr id="13" name="s2-in-label">
            <a:extLst>
              <a:ext uri="{FF2B5EF4-FFF2-40B4-BE49-F238E27FC236}">
                <a16:creationId xmlns:a16="http://schemas.microsoft.com/office/drawing/2014/main" id="{4989E215-BFA2-48A6-B850-683321C2A4AE}"/>
              </a:ext>
            </a:extLst>
          </p:cNvPr>
          <p:cNvSpPr>
            <a:spLocks noGrp="1"/>
          </p:cNvSpPr>
          <p:nvPr/>
        </p:nvSpPr>
        <p:spPr>
          <a:xfrm>
            <a:off x="457200" y="2886075"/>
            <a:ext cx="1847850" cy="723900"/>
          </a:xfrm>
          <a:prstGeom prst="rect">
            <a:avLst/>
          </a:prstGeom>
        </p:spPr>
        <p:txBody>
          <a:bodyPr wrap="square" lIns="0" tIns="0" rIns="0" bIns="0" anchor="t">
            <a:noAutofit/>
          </a:bodyPr>
          <a:lstStyle/>
          <a:p>
            <a:pPr algn="ctr">
              <a:defRPr sz="1575" b="1">
                <a:solidFill>
                  <a:srgbClr val="000000"/>
                </a:solidFill>
                <a:latin typeface="Arial"/>
                <a:ea typeface="Arial"/>
                <a:cs typeface="Arial"/>
              </a:defRPr>
            </a:pPr>
            <a:r>
              <a:rPr lang="pt-BR" noProof="0" dirty="0"/>
              <a:t>REST
MCP
fluxo</a:t>
            </a:r>
          </a:p>
        </p:txBody>
      </p:sp>
      <p:sp>
        <p:nvSpPr>
          <p:cNvPr id="14" name="s2-port-in-label">
            <a:extLst>
              <a:ext uri="{FF2B5EF4-FFF2-40B4-BE49-F238E27FC236}">
                <a16:creationId xmlns:a16="http://schemas.microsoft.com/office/drawing/2014/main" id="{5A25EBED-52B9-4AA7-8FFD-FA665F93A142}"/>
              </a:ext>
            </a:extLst>
          </p:cNvPr>
          <p:cNvSpPr>
            <a:spLocks noGrp="1"/>
          </p:cNvSpPr>
          <p:nvPr/>
        </p:nvSpPr>
        <p:spPr>
          <a:xfrm>
            <a:off x="2800350" y="3124200"/>
            <a:ext cx="1143000" cy="266700"/>
          </a:xfrm>
          <a:prstGeom prst="rect">
            <a:avLst/>
          </a:prstGeom>
        </p:spPr>
        <p:txBody>
          <a:bodyPr wrap="square" lIns="0" tIns="0" rIns="0" bIns="0" anchor="t">
            <a:noAutofit/>
          </a:bodyPr>
          <a:lstStyle/>
          <a:p>
            <a:pPr algn="ctr">
              <a:defRPr sz="1425" b="1">
                <a:solidFill>
                  <a:srgbClr val="FFFFFF"/>
                </a:solidFill>
                <a:latin typeface="Arial"/>
                <a:ea typeface="Arial"/>
                <a:cs typeface="Arial"/>
              </a:defRPr>
            </a:pPr>
            <a:r>
              <a:rPr lang="pt-BR" noProof="0" dirty="0"/>
              <a:t>PORTA</a:t>
            </a:r>
          </a:p>
        </p:txBody>
      </p:sp>
      <p:sp>
        <p:nvSpPr>
          <p:cNvPr id="15" name="s2-core-label">
            <a:extLst>
              <a:ext uri="{FF2B5EF4-FFF2-40B4-BE49-F238E27FC236}">
                <a16:creationId xmlns:a16="http://schemas.microsoft.com/office/drawing/2014/main" id="{CBAB8676-D807-4403-BC73-8086C1D5784F}"/>
              </a:ext>
            </a:extLst>
          </p:cNvPr>
          <p:cNvSpPr>
            <a:spLocks noGrp="1"/>
          </p:cNvSpPr>
          <p:nvPr/>
        </p:nvSpPr>
        <p:spPr>
          <a:xfrm>
            <a:off x="4457700" y="2924175"/>
            <a:ext cx="3276600" cy="400050"/>
          </a:xfrm>
          <a:prstGeom prst="rect">
            <a:avLst/>
          </a:prstGeom>
        </p:spPr>
        <p:txBody>
          <a:bodyPr wrap="square" lIns="0" tIns="0" rIns="0" bIns="0" anchor="t">
            <a:noAutofit/>
          </a:bodyPr>
          <a:lstStyle/>
          <a:p>
            <a:pPr algn="ctr">
              <a:defRPr sz="2325" b="1">
                <a:solidFill>
                  <a:srgbClr val="FFFFFF"/>
                </a:solidFill>
                <a:latin typeface="Arial"/>
                <a:ea typeface="Arial"/>
                <a:cs typeface="Arial"/>
              </a:defRPr>
            </a:pPr>
            <a:r>
              <a:rPr lang="pt-BR" noProof="0" dirty="0"/>
              <a:t>CAPACIDADE</a:t>
            </a:r>
          </a:p>
        </p:txBody>
      </p:sp>
      <p:sp>
        <p:nvSpPr>
          <p:cNvPr id="16" name="s2-core-sub">
            <a:extLst>
              <a:ext uri="{FF2B5EF4-FFF2-40B4-BE49-F238E27FC236}">
                <a16:creationId xmlns:a16="http://schemas.microsoft.com/office/drawing/2014/main" id="{015CD14C-2BF7-4042-B237-62A726C1A33E}"/>
              </a:ext>
            </a:extLst>
          </p:cNvPr>
          <p:cNvSpPr>
            <a:spLocks noGrp="1"/>
          </p:cNvSpPr>
          <p:nvPr/>
        </p:nvSpPr>
        <p:spPr>
          <a:xfrm>
            <a:off x="4457700" y="3381375"/>
            <a:ext cx="3276600" cy="266700"/>
          </a:xfrm>
          <a:prstGeom prst="rect">
            <a:avLst/>
          </a:prstGeom>
        </p:spPr>
        <p:txBody>
          <a:bodyPr wrap="square" lIns="0" tIns="0" rIns="0" bIns="0" anchor="t">
            <a:noAutofit/>
          </a:bodyPr>
          <a:lstStyle/>
          <a:p>
            <a:pPr algn="ctr">
              <a:defRPr sz="1425" b="0">
                <a:solidFill>
                  <a:srgbClr val="FFFFFF"/>
                </a:solidFill>
                <a:latin typeface="Arial"/>
                <a:ea typeface="Arial"/>
                <a:cs typeface="Arial"/>
              </a:defRPr>
            </a:pPr>
            <a:r>
              <a:rPr lang="pt-BR" noProof="0" dirty="0"/>
              <a:t>aplicação + domínio</a:t>
            </a:r>
          </a:p>
        </p:txBody>
      </p:sp>
      <p:sp>
        <p:nvSpPr>
          <p:cNvPr id="17" name="s2-port-out-label">
            <a:extLst>
              <a:ext uri="{FF2B5EF4-FFF2-40B4-BE49-F238E27FC236}">
                <a16:creationId xmlns:a16="http://schemas.microsoft.com/office/drawing/2014/main" id="{552BC628-CCE0-4CE1-8C37-B8883296338F}"/>
              </a:ext>
            </a:extLst>
          </p:cNvPr>
          <p:cNvSpPr>
            <a:spLocks noGrp="1"/>
          </p:cNvSpPr>
          <p:nvPr/>
        </p:nvSpPr>
        <p:spPr>
          <a:xfrm>
            <a:off x="8248650" y="3124200"/>
            <a:ext cx="1143000" cy="266700"/>
          </a:xfrm>
          <a:prstGeom prst="rect">
            <a:avLst/>
          </a:prstGeom>
        </p:spPr>
        <p:txBody>
          <a:bodyPr wrap="square" lIns="0" tIns="0" rIns="0" bIns="0" anchor="t">
            <a:noAutofit/>
          </a:bodyPr>
          <a:lstStyle/>
          <a:p>
            <a:pPr algn="ctr">
              <a:defRPr sz="1425" b="1">
                <a:solidFill>
                  <a:srgbClr val="FFFFFF"/>
                </a:solidFill>
                <a:latin typeface="Arial"/>
                <a:ea typeface="Arial"/>
                <a:cs typeface="Arial"/>
              </a:defRPr>
            </a:pPr>
            <a:r>
              <a:rPr lang="pt-BR" noProof="0" dirty="0"/>
              <a:t>PORTA</a:t>
            </a:r>
          </a:p>
        </p:txBody>
      </p:sp>
      <p:sp>
        <p:nvSpPr>
          <p:cNvPr id="18" name="s2-out-eye">
            <a:extLst>
              <a:ext uri="{FF2B5EF4-FFF2-40B4-BE49-F238E27FC236}">
                <a16:creationId xmlns:a16="http://schemas.microsoft.com/office/drawing/2014/main" id="{374E031C-51C4-4ACB-AAA9-7DE21B8838CC}"/>
              </a:ext>
            </a:extLst>
          </p:cNvPr>
          <p:cNvSpPr>
            <a:spLocks noGrp="1"/>
          </p:cNvSpPr>
          <p:nvPr/>
        </p:nvSpPr>
        <p:spPr>
          <a:xfrm>
            <a:off x="9906000" y="2133600"/>
            <a:ext cx="1828800" cy="228600"/>
          </a:xfrm>
          <a:prstGeom prst="rect">
            <a:avLst/>
          </a:prstGeom>
        </p:spPr>
        <p:txBody>
          <a:bodyPr wrap="square" lIns="0" tIns="0" rIns="0" bIns="0" anchor="t">
            <a:noAutofit/>
          </a:bodyPr>
          <a:lstStyle/>
          <a:p>
            <a:pPr algn="ctr">
              <a:defRPr sz="1125" b="1">
                <a:solidFill>
                  <a:srgbClr val="5D6470"/>
                </a:solidFill>
                <a:latin typeface="Arial"/>
                <a:ea typeface="Arial"/>
                <a:cs typeface="Arial"/>
              </a:defRPr>
            </a:pPr>
            <a:r>
              <a:rPr lang="pt-BR" noProof="0" dirty="0"/>
              <a:t>SAÍDAS</a:t>
            </a:r>
          </a:p>
        </p:txBody>
      </p:sp>
      <p:sp>
        <p:nvSpPr>
          <p:cNvPr id="19" name="s2-out-label">
            <a:extLst>
              <a:ext uri="{FF2B5EF4-FFF2-40B4-BE49-F238E27FC236}">
                <a16:creationId xmlns:a16="http://schemas.microsoft.com/office/drawing/2014/main" id="{33B206D2-42CA-4064-B40B-02EC647870F1}"/>
              </a:ext>
            </a:extLst>
          </p:cNvPr>
          <p:cNvSpPr>
            <a:spLocks noGrp="1"/>
          </p:cNvSpPr>
          <p:nvPr/>
        </p:nvSpPr>
        <p:spPr>
          <a:xfrm>
            <a:off x="9906000" y="3009900"/>
            <a:ext cx="1828800" cy="552450"/>
          </a:xfrm>
          <a:prstGeom prst="rect">
            <a:avLst/>
          </a:prstGeom>
        </p:spPr>
        <p:txBody>
          <a:bodyPr wrap="square" lIns="0" tIns="0" rIns="0" bIns="0" anchor="t">
            <a:noAutofit/>
          </a:bodyPr>
          <a:lstStyle/>
          <a:p>
            <a:pPr algn="ctr">
              <a:defRPr sz="1650" b="1">
                <a:solidFill>
                  <a:srgbClr val="000000"/>
                </a:solidFill>
                <a:latin typeface="Arial"/>
                <a:ea typeface="Arial"/>
                <a:cs typeface="Arial"/>
              </a:defRPr>
            </a:pPr>
            <a:r>
              <a:rPr lang="pt-BR" noProof="0" dirty="0"/>
              <a:t>MTR
simulador</a:t>
            </a:r>
          </a:p>
        </p:txBody>
      </p:sp>
      <p:sp>
        <p:nvSpPr>
          <p:cNvPr id="20" name="s2-takeaway">
            <a:extLst>
              <a:ext uri="{FF2B5EF4-FFF2-40B4-BE49-F238E27FC236}">
                <a16:creationId xmlns:a16="http://schemas.microsoft.com/office/drawing/2014/main" id="{DB151A8A-8F43-481D-A90D-8127335D769B}"/>
              </a:ext>
            </a:extLst>
          </p:cNvPr>
          <p:cNvSpPr>
            <a:spLocks noGrp="1"/>
          </p:cNvSpPr>
          <p:nvPr/>
        </p:nvSpPr>
        <p:spPr>
          <a:xfrm>
            <a:off x="457200" y="4953000"/>
            <a:ext cx="11277600" cy="438150"/>
          </a:xfrm>
          <a:prstGeom prst="rect">
            <a:avLst/>
          </a:prstGeom>
        </p:spPr>
        <p:txBody>
          <a:bodyPr wrap="square" lIns="0" tIns="0" rIns="0" bIns="0" anchor="t">
            <a:noAutofit/>
          </a:bodyPr>
          <a:lstStyle/>
          <a:p>
            <a:pPr algn="ctr">
              <a:defRPr sz="2100" b="1">
                <a:solidFill>
                  <a:srgbClr val="000000"/>
                </a:solidFill>
                <a:latin typeface="Arial"/>
                <a:ea typeface="Arial"/>
                <a:cs typeface="Arial"/>
              </a:defRPr>
            </a:pPr>
            <a:r>
              <a:rPr lang="pt-BR" noProof="0" dirty="0"/>
              <a:t>Novos canais mudam </a:t>
            </a:r>
            <a:r>
              <a:rPr lang="pt-BR" noProof="0" dirty="0" err="1"/>
              <a:t>adapters</a:t>
            </a:r>
            <a:r>
              <a:rPr lang="pt-BR" noProof="0" dirty="0"/>
              <a:t> — não o caso de uso.</a:t>
            </a:r>
          </a:p>
        </p:txBody>
      </p:sp>
    </p:spTree>
    <p:extLst>
      <p:ext uri="{BB962C8B-B14F-4D97-AF65-F5344CB8AC3E}">
        <p14:creationId xmlns:p14="http://schemas.microsoft.com/office/powerpoint/2010/main" val="968190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929FF0E-5E7D-3F01-80DE-122C3C671E86}"/>
            </a:ext>
          </a:extLst>
        </p:cNvPr>
        <p:cNvGrpSpPr/>
        <p:nvPr/>
      </p:nvGrpSpPr>
      <p:grpSpPr>
        <a:xfrm>
          <a:off x="0" y="0"/>
          <a:ext cx="0" cy="0"/>
          <a:chOff x="0" y="0"/>
          <a:chExt cx="0" cy="0"/>
        </a:xfrm>
      </p:grpSpPr>
      <p:sp>
        <p:nvSpPr>
          <p:cNvPr id="9" name="footer-3">
            <a:extLst>
              <a:ext uri="{FF2B5EF4-FFF2-40B4-BE49-F238E27FC236}">
                <a16:creationId xmlns:a16="http://schemas.microsoft.com/office/drawing/2014/main" id="{A84D9A0C-9CD1-6804-86A0-5CB4B460FC64}"/>
              </a:ext>
            </a:extLst>
          </p:cNvPr>
          <p:cNvSpPr>
            <a:spLocks noGrp="1"/>
          </p:cNvSpPr>
          <p:nvPr/>
        </p:nvSpPr>
        <p:spPr>
          <a:xfrm>
            <a:off x="11277600" y="6276975"/>
            <a:ext cx="523875" cy="238125"/>
          </a:xfrm>
          <a:prstGeom prst="rect">
            <a:avLst/>
          </a:prstGeom>
        </p:spPr>
        <p:txBody>
          <a:bodyPr wrap="square" lIns="0" tIns="0" rIns="0" bIns="0" anchor="b">
            <a:noAutofit/>
          </a:bodyPr>
          <a:lstStyle/>
          <a:p>
            <a:pPr algn="r">
              <a:defRPr sz="1000" b="0">
                <a:solidFill>
                  <a:srgbClr val="000000"/>
                </a:solidFill>
                <a:latin typeface="Arial"/>
                <a:ea typeface="Arial"/>
                <a:cs typeface="Arial"/>
              </a:defRPr>
            </a:pPr>
            <a:r>
              <a:rPr lang="pt-BR" noProof="0" dirty="0"/>
              <a:t>3</a:t>
            </a:r>
          </a:p>
        </p:txBody>
      </p:sp>
      <p:sp>
        <p:nvSpPr>
          <p:cNvPr id="10" name="s3-title">
            <a:extLst>
              <a:ext uri="{FF2B5EF4-FFF2-40B4-BE49-F238E27FC236}">
                <a16:creationId xmlns:a16="http://schemas.microsoft.com/office/drawing/2014/main" id="{80ACFD36-FA93-96A8-F052-341E31601458}"/>
              </a:ext>
            </a:extLst>
          </p:cNvPr>
          <p:cNvSpPr>
            <a:spLocks noGrp="1"/>
          </p:cNvSpPr>
          <p:nvPr/>
        </p:nvSpPr>
        <p:spPr>
          <a:xfrm>
            <a:off x="390525" y="342900"/>
            <a:ext cx="11410950" cy="904875"/>
          </a:xfrm>
          <a:prstGeom prst="rect">
            <a:avLst/>
          </a:prstGeom>
        </p:spPr>
        <p:txBody>
          <a:bodyPr wrap="square" lIns="0" tIns="0" rIns="0" bIns="0" anchor="t">
            <a:noAutofit/>
          </a:bodyPr>
          <a:lstStyle/>
          <a:p>
            <a:pPr>
              <a:defRPr sz="2900" b="1">
                <a:solidFill>
                  <a:srgbClr val="000000"/>
                </a:solidFill>
                <a:latin typeface="Arial"/>
                <a:ea typeface="Arial"/>
                <a:cs typeface="Arial"/>
              </a:defRPr>
            </a:pPr>
            <a:r>
              <a:rPr lang="pt-BR" noProof="0" dirty="0"/>
              <a:t>Organização</a:t>
            </a:r>
            <a:r>
              <a:rPr lang="pt-BR" sz="2900" b="1" dirty="0"/>
              <a:t> Hexagonal</a:t>
            </a:r>
            <a:endParaRPr lang="pt-BR" sz="2900" dirty="0"/>
          </a:p>
          <a:p>
            <a:pPr algn="l">
              <a:defRPr sz="2900" b="1">
                <a:solidFill>
                  <a:srgbClr val="000000"/>
                </a:solidFill>
                <a:latin typeface="Arial"/>
                <a:ea typeface="Arial"/>
                <a:cs typeface="Arial"/>
              </a:defRPr>
            </a:pPr>
            <a:endParaRPr lang="pt-BR" noProof="0" dirty="0"/>
          </a:p>
        </p:txBody>
      </p:sp>
      <p:sp>
        <p:nvSpPr>
          <p:cNvPr id="37" name="CaixaDeTexto 36">
            <a:extLst>
              <a:ext uri="{FF2B5EF4-FFF2-40B4-BE49-F238E27FC236}">
                <a16:creationId xmlns:a16="http://schemas.microsoft.com/office/drawing/2014/main" id="{480495C5-FFE5-D23D-6745-BB843B26CCEB}"/>
              </a:ext>
            </a:extLst>
          </p:cNvPr>
          <p:cNvSpPr txBox="1"/>
          <p:nvPr/>
        </p:nvSpPr>
        <p:spPr>
          <a:xfrm>
            <a:off x="256032" y="1247775"/>
            <a:ext cx="11649456" cy="369332"/>
          </a:xfrm>
          <a:prstGeom prst="rect">
            <a:avLst/>
          </a:prstGeom>
          <a:noFill/>
        </p:spPr>
        <p:txBody>
          <a:bodyPr wrap="square">
            <a:spAutoFit/>
          </a:bodyPr>
          <a:lstStyle/>
          <a:p>
            <a:r>
              <a:rPr lang="pt-BR" dirty="0"/>
              <a:t>A Organização Hexagonal promove a separação entre o núcleo da aplicação e os detalhes de infraestrutura.</a:t>
            </a:r>
          </a:p>
        </p:txBody>
      </p:sp>
      <p:sp>
        <p:nvSpPr>
          <p:cNvPr id="3" name="CaixaDeTexto 2">
            <a:extLst>
              <a:ext uri="{FF2B5EF4-FFF2-40B4-BE49-F238E27FC236}">
                <a16:creationId xmlns:a16="http://schemas.microsoft.com/office/drawing/2014/main" id="{FBA60FB4-1AC7-5301-593C-459FB8017A9B}"/>
              </a:ext>
            </a:extLst>
          </p:cNvPr>
          <p:cNvSpPr txBox="1"/>
          <p:nvPr/>
        </p:nvSpPr>
        <p:spPr>
          <a:xfrm>
            <a:off x="256032" y="1750935"/>
            <a:ext cx="2368296" cy="3693319"/>
          </a:xfrm>
          <a:prstGeom prst="rect">
            <a:avLst/>
          </a:prstGeom>
          <a:noFill/>
        </p:spPr>
        <p:txBody>
          <a:bodyPr wrap="square">
            <a:spAutoFit/>
          </a:bodyPr>
          <a:lstStyle/>
          <a:p>
            <a:r>
              <a:rPr lang="pt-BR" dirty="0"/>
              <a:t>Adapter de entrada</a:t>
            </a:r>
          </a:p>
          <a:p>
            <a:r>
              <a:rPr lang="pt-BR" dirty="0"/>
              <a:t>        |</a:t>
            </a:r>
          </a:p>
          <a:p>
            <a:r>
              <a:rPr lang="pt-BR" dirty="0"/>
              <a:t>        v</a:t>
            </a:r>
          </a:p>
          <a:p>
            <a:r>
              <a:rPr lang="pt-BR" dirty="0"/>
              <a:t>Porta de entrada</a:t>
            </a:r>
          </a:p>
          <a:p>
            <a:r>
              <a:rPr lang="pt-BR" dirty="0"/>
              <a:t>        |</a:t>
            </a:r>
          </a:p>
          <a:p>
            <a:r>
              <a:rPr lang="pt-BR" dirty="0"/>
              <a:t>        v</a:t>
            </a:r>
          </a:p>
          <a:p>
            <a:r>
              <a:rPr lang="pt-BR" dirty="0"/>
              <a:t>Aplicação / Domínio</a:t>
            </a:r>
          </a:p>
          <a:p>
            <a:r>
              <a:rPr lang="pt-BR" dirty="0"/>
              <a:t>        |</a:t>
            </a:r>
          </a:p>
          <a:p>
            <a:r>
              <a:rPr lang="pt-BR" dirty="0"/>
              <a:t>        v</a:t>
            </a:r>
          </a:p>
          <a:p>
            <a:r>
              <a:rPr lang="pt-BR" dirty="0"/>
              <a:t>Porta de saída</a:t>
            </a:r>
          </a:p>
          <a:p>
            <a:r>
              <a:rPr lang="pt-BR" dirty="0"/>
              <a:t>        |</a:t>
            </a:r>
          </a:p>
          <a:p>
            <a:r>
              <a:rPr lang="pt-BR" dirty="0"/>
              <a:t>        v</a:t>
            </a:r>
          </a:p>
          <a:p>
            <a:r>
              <a:rPr lang="pt-BR" dirty="0"/>
              <a:t>Adapter de saída</a:t>
            </a:r>
          </a:p>
        </p:txBody>
      </p:sp>
      <p:sp>
        <p:nvSpPr>
          <p:cNvPr id="5" name="CaixaDeTexto 4">
            <a:extLst>
              <a:ext uri="{FF2B5EF4-FFF2-40B4-BE49-F238E27FC236}">
                <a16:creationId xmlns:a16="http://schemas.microsoft.com/office/drawing/2014/main" id="{271012EA-985F-E45A-8E10-4DCEF4538CE8}"/>
              </a:ext>
            </a:extLst>
          </p:cNvPr>
          <p:cNvSpPr txBox="1"/>
          <p:nvPr/>
        </p:nvSpPr>
        <p:spPr>
          <a:xfrm>
            <a:off x="2955798" y="1750935"/>
            <a:ext cx="8845677" cy="5355312"/>
          </a:xfrm>
          <a:prstGeom prst="rect">
            <a:avLst/>
          </a:prstGeom>
          <a:noFill/>
        </p:spPr>
        <p:txBody>
          <a:bodyPr wrap="square">
            <a:spAutoFit/>
          </a:bodyPr>
          <a:lstStyle/>
          <a:p>
            <a:r>
              <a:rPr lang="pt-BR" dirty="0"/>
              <a:t>A regra central e que o núcleo expresse capacidades sem depender dos </a:t>
            </a:r>
            <a:r>
              <a:rPr lang="pt-BR" dirty="0" err="1"/>
              <a:t>adapters</a:t>
            </a:r>
            <a:r>
              <a:rPr lang="pt-BR" dirty="0"/>
              <a:t> que realizam REST, MCP, persistência, mensageria, armazenamento, integrações externas ou simulação. </a:t>
            </a:r>
          </a:p>
          <a:p>
            <a:endParaRPr lang="pt-BR" dirty="0"/>
          </a:p>
          <a:p>
            <a:r>
              <a:rPr lang="pt-BR" dirty="0"/>
              <a:t>Uma </a:t>
            </a:r>
            <a:r>
              <a:rPr lang="pt-BR" b="1" dirty="0"/>
              <a:t>porta</a:t>
            </a:r>
            <a:r>
              <a:rPr lang="pt-BR" dirty="0"/>
              <a:t> e um contrato orientado a uma capacidade:</a:t>
            </a:r>
          </a:p>
          <a:p>
            <a:pPr marL="285750" indent="-285750">
              <a:buFont typeface="Arial" panose="020B0604020202020204" pitchFamily="34" charset="0"/>
              <a:buChar char="•"/>
            </a:pPr>
            <a:r>
              <a:rPr lang="pt-BR" dirty="0"/>
              <a:t>A </a:t>
            </a:r>
            <a:r>
              <a:rPr lang="pt-BR" b="1" dirty="0"/>
              <a:t>Porta de entrada </a:t>
            </a:r>
            <a:r>
              <a:rPr lang="pt-BR" dirty="0"/>
              <a:t>representa uma capacidade oferecida pela aplicação. Ela permite que uma requisição HTTP, uma chamada MCP, uma mensagem, uma tarefa agendada ou uma futura etapa de  orquestração acione uma capacidade de negócio.</a:t>
            </a:r>
          </a:p>
          <a:p>
            <a:pPr marL="285750" indent="-285750">
              <a:buFont typeface="Arial" panose="020B0604020202020204" pitchFamily="34" charset="0"/>
              <a:buChar char="•"/>
            </a:pPr>
            <a:r>
              <a:rPr lang="pt-BR" dirty="0"/>
              <a:t>A </a:t>
            </a:r>
            <a:r>
              <a:rPr lang="pt-BR" b="1" dirty="0"/>
              <a:t>Porta de saída </a:t>
            </a:r>
            <a:r>
              <a:rPr lang="pt-BR" dirty="0"/>
              <a:t>representa uma necessidade externa da aplicação. Ela permite consultar ou  persistir dados, chamar outro sistema ou publicar uma mensagem sem acoplar a capacidade ao mecanismo utilizado.</a:t>
            </a:r>
          </a:p>
          <a:p>
            <a:pPr marL="285750" indent="-285750">
              <a:buFont typeface="Arial" panose="020B0604020202020204" pitchFamily="34" charset="0"/>
              <a:buChar char="•"/>
            </a:pPr>
            <a:endParaRPr lang="pt-BR" dirty="0"/>
          </a:p>
          <a:p>
            <a:r>
              <a:rPr lang="pt-BR" dirty="0"/>
              <a:t>Um </a:t>
            </a:r>
            <a:r>
              <a:rPr lang="pt-BR" b="1" dirty="0" err="1"/>
              <a:t>adapter</a:t>
            </a:r>
            <a:r>
              <a:rPr lang="pt-BR" dirty="0"/>
              <a:t> conecta uma porta a um mecanismo especifico:</a:t>
            </a:r>
          </a:p>
          <a:p>
            <a:pPr marL="285750" indent="-285750">
              <a:buFont typeface="Arial" panose="020B0604020202020204" pitchFamily="34" charset="0"/>
              <a:buChar char="•"/>
            </a:pPr>
            <a:r>
              <a:rPr lang="pt-BR" dirty="0"/>
              <a:t>Um</a:t>
            </a:r>
            <a:r>
              <a:rPr lang="pt-BR" b="1" dirty="0"/>
              <a:t> Adapter de entrada </a:t>
            </a:r>
            <a:r>
              <a:rPr lang="pt-BR" dirty="0"/>
              <a:t>traduz uma interação externa para uma porta de entrada.</a:t>
            </a:r>
          </a:p>
          <a:p>
            <a:pPr marL="285750" indent="-285750">
              <a:buFont typeface="Arial" panose="020B0604020202020204" pitchFamily="34" charset="0"/>
              <a:buChar char="•"/>
            </a:pPr>
            <a:r>
              <a:rPr lang="pt-BR" dirty="0"/>
              <a:t>Um</a:t>
            </a:r>
            <a:r>
              <a:rPr lang="pt-BR" b="1" dirty="0"/>
              <a:t> </a:t>
            </a:r>
            <a:r>
              <a:rPr lang="pt-BR" b="1" dirty="0" err="1"/>
              <a:t>Adapters</a:t>
            </a:r>
            <a:r>
              <a:rPr lang="pt-BR" b="1" dirty="0"/>
              <a:t> de saída </a:t>
            </a:r>
            <a:r>
              <a:rPr lang="pt-BR" dirty="0"/>
              <a:t>implementa uma porta de saída e traduz os tipos internos para os contratos exigidos pela infraestrutura.</a:t>
            </a:r>
          </a:p>
          <a:p>
            <a:endParaRPr lang="pt-BR" dirty="0"/>
          </a:p>
          <a:p>
            <a:pPr marL="285750" indent="-285750">
              <a:buFont typeface="Arial" panose="020B0604020202020204" pitchFamily="34" charset="0"/>
              <a:buChar char="•"/>
            </a:pPr>
            <a:endParaRPr lang="pt-BR" dirty="0"/>
          </a:p>
          <a:p>
            <a:endParaRPr lang="pt-BR" dirty="0"/>
          </a:p>
        </p:txBody>
      </p:sp>
    </p:spTree>
    <p:extLst>
      <p:ext uri="{BB962C8B-B14F-4D97-AF65-F5344CB8AC3E}">
        <p14:creationId xmlns:p14="http://schemas.microsoft.com/office/powerpoint/2010/main" val="3147095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3A1634D-831E-9773-F9F7-30F6AD5203D6}"/>
            </a:ext>
          </a:extLst>
        </p:cNvPr>
        <p:cNvGrpSpPr/>
        <p:nvPr/>
      </p:nvGrpSpPr>
      <p:grpSpPr>
        <a:xfrm>
          <a:off x="0" y="0"/>
          <a:ext cx="0" cy="0"/>
          <a:chOff x="0" y="0"/>
          <a:chExt cx="0" cy="0"/>
        </a:xfrm>
      </p:grpSpPr>
      <p:sp>
        <p:nvSpPr>
          <p:cNvPr id="35" name="s3-down-1">
            <a:extLst>
              <a:ext uri="{FF2B5EF4-FFF2-40B4-BE49-F238E27FC236}">
                <a16:creationId xmlns:a16="http://schemas.microsoft.com/office/drawing/2014/main" id="{6BE59EF8-209D-DDCF-B328-2F3D194B3EBA}"/>
              </a:ext>
            </a:extLst>
          </p:cNvPr>
          <p:cNvSpPr>
            <a:spLocks noGrp="1"/>
          </p:cNvSpPr>
          <p:nvPr/>
        </p:nvSpPr>
        <p:spPr>
          <a:xfrm>
            <a:off x="8858250" y="2743200"/>
            <a:ext cx="285750" cy="266700"/>
          </a:xfrm>
          <a:prstGeom prst="downArrow">
            <a:avLst/>
          </a:prstGeom>
          <a:solidFill>
            <a:srgbClr val="3D8DFF"/>
          </a:solidFill>
        </p:spPr>
        <p:txBody>
          <a:bodyPr/>
          <a:lstStyle/>
          <a:p>
            <a:endParaRPr lang="pt-BR" noProof="0" dirty="0"/>
          </a:p>
        </p:txBody>
      </p:sp>
      <p:sp>
        <p:nvSpPr>
          <p:cNvPr id="2" name="s3-down-2">
            <a:extLst>
              <a:ext uri="{FF2B5EF4-FFF2-40B4-BE49-F238E27FC236}">
                <a16:creationId xmlns:a16="http://schemas.microsoft.com/office/drawing/2014/main" id="{DC9B401D-ACA9-4E31-E1A6-7F3CF8B37E23}"/>
              </a:ext>
            </a:extLst>
          </p:cNvPr>
          <p:cNvSpPr>
            <a:spLocks noGrp="1"/>
          </p:cNvSpPr>
          <p:nvPr/>
        </p:nvSpPr>
        <p:spPr>
          <a:xfrm>
            <a:off x="8858250" y="3714750"/>
            <a:ext cx="285750" cy="266700"/>
          </a:xfrm>
          <a:prstGeom prst="downArrow">
            <a:avLst/>
          </a:prstGeom>
          <a:solidFill>
            <a:srgbClr val="3D8DFF"/>
          </a:solidFill>
        </p:spPr>
        <p:txBody>
          <a:bodyPr/>
          <a:lstStyle/>
          <a:p>
            <a:endParaRPr lang="pt-BR" noProof="0" dirty="0"/>
          </a:p>
        </p:txBody>
      </p:sp>
      <p:sp>
        <p:nvSpPr>
          <p:cNvPr id="3" name="s3-down-3">
            <a:extLst>
              <a:ext uri="{FF2B5EF4-FFF2-40B4-BE49-F238E27FC236}">
                <a16:creationId xmlns:a16="http://schemas.microsoft.com/office/drawing/2014/main" id="{44FF8979-8B72-384D-231A-156665A130A7}"/>
              </a:ext>
            </a:extLst>
          </p:cNvPr>
          <p:cNvSpPr>
            <a:spLocks noGrp="1"/>
          </p:cNvSpPr>
          <p:nvPr/>
        </p:nvSpPr>
        <p:spPr>
          <a:xfrm>
            <a:off x="8858250" y="4686300"/>
            <a:ext cx="285750" cy="266700"/>
          </a:xfrm>
          <a:prstGeom prst="downArrow">
            <a:avLst/>
          </a:prstGeom>
          <a:solidFill>
            <a:srgbClr val="3D8DFF"/>
          </a:solidFill>
        </p:spPr>
        <p:txBody>
          <a:bodyPr/>
          <a:lstStyle/>
          <a:p>
            <a:endParaRPr lang="pt-BR" noProof="0" dirty="0"/>
          </a:p>
        </p:txBody>
      </p:sp>
      <p:sp>
        <p:nvSpPr>
          <p:cNvPr id="4" name="s3-port-in">
            <a:extLst>
              <a:ext uri="{FF2B5EF4-FFF2-40B4-BE49-F238E27FC236}">
                <a16:creationId xmlns:a16="http://schemas.microsoft.com/office/drawing/2014/main" id="{435404CD-D0BA-7669-BF14-F50F8B3F4342}"/>
              </a:ext>
            </a:extLst>
          </p:cNvPr>
          <p:cNvSpPr>
            <a:spLocks noGrp="1"/>
          </p:cNvSpPr>
          <p:nvPr/>
        </p:nvSpPr>
        <p:spPr>
          <a:xfrm>
            <a:off x="6953250" y="2095500"/>
            <a:ext cx="4095750" cy="647700"/>
          </a:xfrm>
          <a:prstGeom prst="roundRect">
            <a:avLst>
              <a:gd name="adj" fmla="val 11765"/>
            </a:avLst>
          </a:prstGeom>
          <a:solidFill>
            <a:srgbClr val="F3F4F6"/>
          </a:solidFill>
        </p:spPr>
        <p:txBody>
          <a:bodyPr/>
          <a:lstStyle/>
          <a:p>
            <a:endParaRPr lang="pt-BR" noProof="0" dirty="0"/>
          </a:p>
        </p:txBody>
      </p:sp>
      <p:sp>
        <p:nvSpPr>
          <p:cNvPr id="5" name="s3-use-case">
            <a:extLst>
              <a:ext uri="{FF2B5EF4-FFF2-40B4-BE49-F238E27FC236}">
                <a16:creationId xmlns:a16="http://schemas.microsoft.com/office/drawing/2014/main" id="{F492D8D6-70E7-83D4-DF1E-ABD14AF18F6F}"/>
              </a:ext>
            </a:extLst>
          </p:cNvPr>
          <p:cNvSpPr>
            <a:spLocks noGrp="1"/>
          </p:cNvSpPr>
          <p:nvPr/>
        </p:nvSpPr>
        <p:spPr>
          <a:xfrm>
            <a:off x="6667500" y="3009900"/>
            <a:ext cx="4667250" cy="704850"/>
          </a:xfrm>
          <a:prstGeom prst="roundRect">
            <a:avLst>
              <a:gd name="adj" fmla="val 10811"/>
            </a:avLst>
          </a:prstGeom>
          <a:solidFill>
            <a:srgbClr val="000000"/>
          </a:solidFill>
        </p:spPr>
        <p:txBody>
          <a:bodyPr/>
          <a:lstStyle/>
          <a:p>
            <a:endParaRPr lang="pt-BR" noProof="0"/>
          </a:p>
        </p:txBody>
      </p:sp>
      <p:sp>
        <p:nvSpPr>
          <p:cNvPr id="6" name="s3-port-out">
            <a:extLst>
              <a:ext uri="{FF2B5EF4-FFF2-40B4-BE49-F238E27FC236}">
                <a16:creationId xmlns:a16="http://schemas.microsoft.com/office/drawing/2014/main" id="{9FCCEBE4-F0EF-332B-3A19-9534099B53E0}"/>
              </a:ext>
            </a:extLst>
          </p:cNvPr>
          <p:cNvSpPr>
            <a:spLocks noGrp="1"/>
          </p:cNvSpPr>
          <p:nvPr/>
        </p:nvSpPr>
        <p:spPr>
          <a:xfrm>
            <a:off x="6953250" y="3981450"/>
            <a:ext cx="4095750" cy="647700"/>
          </a:xfrm>
          <a:prstGeom prst="roundRect">
            <a:avLst>
              <a:gd name="adj" fmla="val 11765"/>
            </a:avLst>
          </a:prstGeom>
          <a:solidFill>
            <a:srgbClr val="F3F4F6"/>
          </a:solidFill>
        </p:spPr>
        <p:txBody>
          <a:bodyPr/>
          <a:lstStyle/>
          <a:p>
            <a:endParaRPr lang="pt-BR" noProof="0" dirty="0"/>
          </a:p>
        </p:txBody>
      </p:sp>
      <p:sp>
        <p:nvSpPr>
          <p:cNvPr id="7" name="s3-mtr">
            <a:extLst>
              <a:ext uri="{FF2B5EF4-FFF2-40B4-BE49-F238E27FC236}">
                <a16:creationId xmlns:a16="http://schemas.microsoft.com/office/drawing/2014/main" id="{E421758C-D94A-093B-138D-F5AB7DF75D68}"/>
              </a:ext>
            </a:extLst>
          </p:cNvPr>
          <p:cNvSpPr>
            <a:spLocks noGrp="1"/>
          </p:cNvSpPr>
          <p:nvPr/>
        </p:nvSpPr>
        <p:spPr>
          <a:xfrm>
            <a:off x="6953250" y="4953000"/>
            <a:ext cx="1952625" cy="666750"/>
          </a:xfrm>
          <a:prstGeom prst="roundRect">
            <a:avLst>
              <a:gd name="adj" fmla="val 11429"/>
            </a:avLst>
          </a:prstGeom>
          <a:solidFill>
            <a:srgbClr val="F3F4F6"/>
          </a:solidFill>
        </p:spPr>
        <p:txBody>
          <a:bodyPr/>
          <a:lstStyle/>
          <a:p>
            <a:endParaRPr lang="pt-BR" noProof="0" dirty="0"/>
          </a:p>
        </p:txBody>
      </p:sp>
      <p:sp>
        <p:nvSpPr>
          <p:cNvPr id="8" name="s3-sim">
            <a:extLst>
              <a:ext uri="{FF2B5EF4-FFF2-40B4-BE49-F238E27FC236}">
                <a16:creationId xmlns:a16="http://schemas.microsoft.com/office/drawing/2014/main" id="{7931B139-D256-9BA7-D7E6-4457B6F188ED}"/>
              </a:ext>
            </a:extLst>
          </p:cNvPr>
          <p:cNvSpPr>
            <a:spLocks noGrp="1"/>
          </p:cNvSpPr>
          <p:nvPr/>
        </p:nvSpPr>
        <p:spPr>
          <a:xfrm>
            <a:off x="9096375" y="4953000"/>
            <a:ext cx="1952625" cy="666750"/>
          </a:xfrm>
          <a:prstGeom prst="roundRect">
            <a:avLst>
              <a:gd name="adj" fmla="val 11429"/>
            </a:avLst>
          </a:prstGeom>
          <a:solidFill>
            <a:srgbClr val="F3F4F6"/>
          </a:solidFill>
        </p:spPr>
        <p:txBody>
          <a:bodyPr/>
          <a:lstStyle/>
          <a:p>
            <a:endParaRPr lang="pt-BR" noProof="0" dirty="0"/>
          </a:p>
        </p:txBody>
      </p:sp>
      <p:sp>
        <p:nvSpPr>
          <p:cNvPr id="9" name="footer-3">
            <a:extLst>
              <a:ext uri="{FF2B5EF4-FFF2-40B4-BE49-F238E27FC236}">
                <a16:creationId xmlns:a16="http://schemas.microsoft.com/office/drawing/2014/main" id="{BE22DE0D-6DF0-1E0E-C721-E265C58765B0}"/>
              </a:ext>
            </a:extLst>
          </p:cNvPr>
          <p:cNvSpPr>
            <a:spLocks noGrp="1"/>
          </p:cNvSpPr>
          <p:nvPr/>
        </p:nvSpPr>
        <p:spPr>
          <a:xfrm>
            <a:off x="11277600" y="6276975"/>
            <a:ext cx="523875" cy="238125"/>
          </a:xfrm>
          <a:prstGeom prst="rect">
            <a:avLst/>
          </a:prstGeom>
        </p:spPr>
        <p:txBody>
          <a:bodyPr wrap="square" lIns="0" tIns="0" rIns="0" bIns="0" anchor="b">
            <a:noAutofit/>
          </a:bodyPr>
          <a:lstStyle/>
          <a:p>
            <a:pPr algn="r">
              <a:defRPr sz="1000" b="0">
                <a:solidFill>
                  <a:srgbClr val="000000"/>
                </a:solidFill>
                <a:latin typeface="Arial"/>
                <a:ea typeface="Arial"/>
                <a:cs typeface="Arial"/>
              </a:defRPr>
            </a:pPr>
            <a:r>
              <a:rPr lang="pt-BR" noProof="0" dirty="0"/>
              <a:t>4</a:t>
            </a:r>
          </a:p>
        </p:txBody>
      </p:sp>
      <p:sp>
        <p:nvSpPr>
          <p:cNvPr id="10" name="s3-title">
            <a:extLst>
              <a:ext uri="{FF2B5EF4-FFF2-40B4-BE49-F238E27FC236}">
                <a16:creationId xmlns:a16="http://schemas.microsoft.com/office/drawing/2014/main" id="{8F520DEB-E0F4-2427-EF01-95DC99A6046D}"/>
              </a:ext>
            </a:extLst>
          </p:cNvPr>
          <p:cNvSpPr>
            <a:spLocks noGrp="1"/>
          </p:cNvSpPr>
          <p:nvPr/>
        </p:nvSpPr>
        <p:spPr>
          <a:xfrm>
            <a:off x="390525" y="342900"/>
            <a:ext cx="11410950" cy="904875"/>
          </a:xfrm>
          <a:prstGeom prst="rect">
            <a:avLst/>
          </a:prstGeom>
        </p:spPr>
        <p:txBody>
          <a:bodyPr wrap="square" lIns="0" tIns="0" rIns="0" bIns="0" anchor="t">
            <a:noAutofit/>
          </a:bodyPr>
          <a:lstStyle/>
          <a:p>
            <a:pPr algn="l">
              <a:defRPr sz="2900" b="1">
                <a:solidFill>
                  <a:srgbClr val="000000"/>
                </a:solidFill>
                <a:latin typeface="Arial"/>
                <a:ea typeface="Arial"/>
                <a:cs typeface="Arial"/>
              </a:defRPr>
            </a:pPr>
            <a:r>
              <a:rPr lang="pt-BR" noProof="0" dirty="0"/>
              <a:t>No SIMTR Hub, domínios são donos de capacidades</a:t>
            </a:r>
          </a:p>
        </p:txBody>
      </p:sp>
      <p:sp>
        <p:nvSpPr>
          <p:cNvPr id="11" name="s3-kicker">
            <a:extLst>
              <a:ext uri="{FF2B5EF4-FFF2-40B4-BE49-F238E27FC236}">
                <a16:creationId xmlns:a16="http://schemas.microsoft.com/office/drawing/2014/main" id="{C22847E5-0E9D-024D-C49A-A730D334D2A9}"/>
              </a:ext>
            </a:extLst>
          </p:cNvPr>
          <p:cNvSpPr>
            <a:spLocks noGrp="1"/>
          </p:cNvSpPr>
          <p:nvPr/>
        </p:nvSpPr>
        <p:spPr>
          <a:xfrm>
            <a:off x="390525" y="1428750"/>
            <a:ext cx="5334000" cy="304800"/>
          </a:xfrm>
          <a:prstGeom prst="rect">
            <a:avLst/>
          </a:prstGeom>
        </p:spPr>
        <p:txBody>
          <a:bodyPr wrap="square" lIns="0" tIns="0" rIns="0" bIns="0" anchor="t">
            <a:noAutofit/>
          </a:bodyPr>
          <a:lstStyle/>
          <a:p>
            <a:pPr algn="l">
              <a:defRPr sz="1350" b="1">
                <a:solidFill>
                  <a:srgbClr val="5D6470"/>
                </a:solidFill>
                <a:latin typeface="Arial"/>
                <a:ea typeface="Arial"/>
                <a:cs typeface="Arial"/>
              </a:defRPr>
            </a:pPr>
            <a:r>
              <a:rPr lang="pt-BR" noProof="0" dirty="0"/>
              <a:t>4 DOMÍNIOS  •  8 CAPACIDADES ATÔMICAS ATUAIS</a:t>
            </a:r>
          </a:p>
        </p:txBody>
      </p:sp>
      <p:sp>
        <p:nvSpPr>
          <p:cNvPr id="12" name="cap-rule-1">
            <a:extLst>
              <a:ext uri="{FF2B5EF4-FFF2-40B4-BE49-F238E27FC236}">
                <a16:creationId xmlns:a16="http://schemas.microsoft.com/office/drawing/2014/main" id="{58F9D4EE-C707-4242-F431-34B69CA0919B}"/>
              </a:ext>
            </a:extLst>
          </p:cNvPr>
          <p:cNvSpPr>
            <a:spLocks noGrp="1"/>
          </p:cNvSpPr>
          <p:nvPr/>
        </p:nvSpPr>
        <p:spPr>
          <a:xfrm>
            <a:off x="390525" y="2647950"/>
            <a:ext cx="4905375" cy="14288"/>
          </a:xfrm>
          <a:prstGeom prst="rect">
            <a:avLst/>
          </a:prstGeom>
          <a:solidFill>
            <a:srgbClr val="C6CAD1"/>
          </a:solidFill>
        </p:spPr>
        <p:txBody>
          <a:bodyPr/>
          <a:lstStyle/>
          <a:p>
            <a:endParaRPr lang="pt-BR" noProof="0" dirty="0"/>
          </a:p>
        </p:txBody>
      </p:sp>
      <p:sp>
        <p:nvSpPr>
          <p:cNvPr id="13" name="cap-count-1">
            <a:extLst>
              <a:ext uri="{FF2B5EF4-FFF2-40B4-BE49-F238E27FC236}">
                <a16:creationId xmlns:a16="http://schemas.microsoft.com/office/drawing/2014/main" id="{6D225FBB-5A60-B8BE-C5EA-F2AC69377AF6}"/>
              </a:ext>
            </a:extLst>
          </p:cNvPr>
          <p:cNvSpPr>
            <a:spLocks noGrp="1"/>
          </p:cNvSpPr>
          <p:nvPr/>
        </p:nvSpPr>
        <p:spPr>
          <a:xfrm>
            <a:off x="390525" y="2019300"/>
            <a:ext cx="590550" cy="438150"/>
          </a:xfrm>
          <a:prstGeom prst="rect">
            <a:avLst/>
          </a:prstGeom>
        </p:spPr>
        <p:txBody>
          <a:bodyPr wrap="square" lIns="0" tIns="0" rIns="0" bIns="0" anchor="t">
            <a:noAutofit/>
          </a:bodyPr>
          <a:lstStyle/>
          <a:p>
            <a:pPr algn="l">
              <a:defRPr sz="2175" b="1">
                <a:solidFill>
                  <a:srgbClr val="3D8DFF"/>
                </a:solidFill>
                <a:latin typeface="Arial"/>
                <a:ea typeface="Arial"/>
                <a:cs typeface="Arial"/>
              </a:defRPr>
            </a:pPr>
            <a:r>
              <a:rPr lang="pt-BR" noProof="0" dirty="0"/>
              <a:t>01</a:t>
            </a:r>
          </a:p>
        </p:txBody>
      </p:sp>
      <p:sp>
        <p:nvSpPr>
          <p:cNvPr id="14" name="cap-domain-1">
            <a:extLst>
              <a:ext uri="{FF2B5EF4-FFF2-40B4-BE49-F238E27FC236}">
                <a16:creationId xmlns:a16="http://schemas.microsoft.com/office/drawing/2014/main" id="{B31BD6FB-FB6B-EBCC-3BDE-B99152404DA5}"/>
              </a:ext>
            </a:extLst>
          </p:cNvPr>
          <p:cNvSpPr>
            <a:spLocks noGrp="1"/>
          </p:cNvSpPr>
          <p:nvPr/>
        </p:nvSpPr>
        <p:spPr>
          <a:xfrm>
            <a:off x="1143000" y="2019300"/>
            <a:ext cx="3000375" cy="285750"/>
          </a:xfrm>
          <a:prstGeom prst="rect">
            <a:avLst/>
          </a:prstGeom>
        </p:spPr>
        <p:txBody>
          <a:bodyPr wrap="square" lIns="0" tIns="0" rIns="0" bIns="0" anchor="t">
            <a:noAutofit/>
          </a:bodyPr>
          <a:lstStyle/>
          <a:p>
            <a:pPr algn="l">
              <a:defRPr sz="1650" b="1">
                <a:solidFill>
                  <a:srgbClr val="000000"/>
                </a:solidFill>
                <a:latin typeface="Arial"/>
                <a:ea typeface="Arial"/>
                <a:cs typeface="Arial"/>
              </a:defRPr>
            </a:pPr>
            <a:r>
              <a:rPr lang="pt-BR" noProof="0" dirty="0"/>
              <a:t>Árvore documental</a:t>
            </a:r>
          </a:p>
        </p:txBody>
      </p:sp>
      <p:sp>
        <p:nvSpPr>
          <p:cNvPr id="15" name="cap-description-1">
            <a:extLst>
              <a:ext uri="{FF2B5EF4-FFF2-40B4-BE49-F238E27FC236}">
                <a16:creationId xmlns:a16="http://schemas.microsoft.com/office/drawing/2014/main" id="{3192C648-D25B-F7F7-AFB9-A5CC7C8453D4}"/>
              </a:ext>
            </a:extLst>
          </p:cNvPr>
          <p:cNvSpPr>
            <a:spLocks noGrp="1"/>
          </p:cNvSpPr>
          <p:nvPr/>
        </p:nvSpPr>
        <p:spPr>
          <a:xfrm>
            <a:off x="1143000" y="2343150"/>
            <a:ext cx="3905250" cy="247650"/>
          </a:xfrm>
          <a:prstGeom prst="rect">
            <a:avLst/>
          </a:prstGeom>
        </p:spPr>
        <p:txBody>
          <a:bodyPr wrap="square" lIns="0" tIns="0" rIns="0" bIns="0" anchor="t">
            <a:noAutofit/>
          </a:bodyPr>
          <a:lstStyle/>
          <a:p>
            <a:pPr algn="l">
              <a:defRPr sz="1238" b="0">
                <a:solidFill>
                  <a:srgbClr val="5D6470"/>
                </a:solidFill>
                <a:latin typeface="Arial"/>
                <a:ea typeface="Arial"/>
                <a:cs typeface="Arial"/>
              </a:defRPr>
            </a:pPr>
            <a:r>
              <a:rPr lang="pt-BR" noProof="0" dirty="0"/>
              <a:t>Consultar processo parametrizado</a:t>
            </a:r>
          </a:p>
        </p:txBody>
      </p:sp>
      <p:sp>
        <p:nvSpPr>
          <p:cNvPr id="16" name="cap-rule-2">
            <a:extLst>
              <a:ext uri="{FF2B5EF4-FFF2-40B4-BE49-F238E27FC236}">
                <a16:creationId xmlns:a16="http://schemas.microsoft.com/office/drawing/2014/main" id="{781A6A21-0D9D-7559-67B7-540415CAEEC3}"/>
              </a:ext>
            </a:extLst>
          </p:cNvPr>
          <p:cNvSpPr>
            <a:spLocks noGrp="1"/>
          </p:cNvSpPr>
          <p:nvPr/>
        </p:nvSpPr>
        <p:spPr>
          <a:xfrm>
            <a:off x="390525" y="3409950"/>
            <a:ext cx="4905375" cy="14288"/>
          </a:xfrm>
          <a:prstGeom prst="rect">
            <a:avLst/>
          </a:prstGeom>
          <a:solidFill>
            <a:srgbClr val="C6CAD1"/>
          </a:solidFill>
        </p:spPr>
        <p:txBody>
          <a:bodyPr/>
          <a:lstStyle/>
          <a:p>
            <a:endParaRPr lang="pt-BR" noProof="0" dirty="0"/>
          </a:p>
        </p:txBody>
      </p:sp>
      <p:sp>
        <p:nvSpPr>
          <p:cNvPr id="17" name="cap-count-2">
            <a:extLst>
              <a:ext uri="{FF2B5EF4-FFF2-40B4-BE49-F238E27FC236}">
                <a16:creationId xmlns:a16="http://schemas.microsoft.com/office/drawing/2014/main" id="{F00A3852-9898-983E-7E66-B577A9B3AFDB}"/>
              </a:ext>
            </a:extLst>
          </p:cNvPr>
          <p:cNvSpPr>
            <a:spLocks noGrp="1"/>
          </p:cNvSpPr>
          <p:nvPr/>
        </p:nvSpPr>
        <p:spPr>
          <a:xfrm>
            <a:off x="390525" y="2781300"/>
            <a:ext cx="590550" cy="438150"/>
          </a:xfrm>
          <a:prstGeom prst="rect">
            <a:avLst/>
          </a:prstGeom>
        </p:spPr>
        <p:txBody>
          <a:bodyPr wrap="square" lIns="0" tIns="0" rIns="0" bIns="0" anchor="t">
            <a:noAutofit/>
          </a:bodyPr>
          <a:lstStyle/>
          <a:p>
            <a:pPr algn="l">
              <a:defRPr sz="2175" b="1">
                <a:solidFill>
                  <a:srgbClr val="3D8DFF"/>
                </a:solidFill>
                <a:latin typeface="Arial"/>
                <a:ea typeface="Arial"/>
                <a:cs typeface="Arial"/>
              </a:defRPr>
            </a:pPr>
            <a:r>
              <a:rPr lang="pt-BR" noProof="0" dirty="0"/>
              <a:t>01</a:t>
            </a:r>
          </a:p>
        </p:txBody>
      </p:sp>
      <p:sp>
        <p:nvSpPr>
          <p:cNvPr id="18" name="cap-domain-2">
            <a:extLst>
              <a:ext uri="{FF2B5EF4-FFF2-40B4-BE49-F238E27FC236}">
                <a16:creationId xmlns:a16="http://schemas.microsoft.com/office/drawing/2014/main" id="{E46B0414-A85A-46CE-8FBC-E90CED40AACE}"/>
              </a:ext>
            </a:extLst>
          </p:cNvPr>
          <p:cNvSpPr>
            <a:spLocks noGrp="1"/>
          </p:cNvSpPr>
          <p:nvPr/>
        </p:nvSpPr>
        <p:spPr>
          <a:xfrm>
            <a:off x="1143000" y="2781300"/>
            <a:ext cx="3000375" cy="285750"/>
          </a:xfrm>
          <a:prstGeom prst="rect">
            <a:avLst/>
          </a:prstGeom>
        </p:spPr>
        <p:txBody>
          <a:bodyPr wrap="square" lIns="0" tIns="0" rIns="0" bIns="0" anchor="t">
            <a:noAutofit/>
          </a:bodyPr>
          <a:lstStyle/>
          <a:p>
            <a:pPr algn="l">
              <a:defRPr sz="1650" b="1">
                <a:solidFill>
                  <a:srgbClr val="000000"/>
                </a:solidFill>
                <a:latin typeface="Arial"/>
                <a:ea typeface="Arial"/>
                <a:cs typeface="Arial"/>
              </a:defRPr>
            </a:pPr>
            <a:r>
              <a:rPr lang="pt-BR" noProof="0" dirty="0"/>
              <a:t>Conformidade</a:t>
            </a:r>
          </a:p>
        </p:txBody>
      </p:sp>
      <p:sp>
        <p:nvSpPr>
          <p:cNvPr id="19" name="cap-description-2">
            <a:extLst>
              <a:ext uri="{FF2B5EF4-FFF2-40B4-BE49-F238E27FC236}">
                <a16:creationId xmlns:a16="http://schemas.microsoft.com/office/drawing/2014/main" id="{841B7D60-2A33-F258-3A65-0913B45796D6}"/>
              </a:ext>
            </a:extLst>
          </p:cNvPr>
          <p:cNvSpPr>
            <a:spLocks noGrp="1"/>
          </p:cNvSpPr>
          <p:nvPr/>
        </p:nvSpPr>
        <p:spPr>
          <a:xfrm>
            <a:off x="1143000" y="3105150"/>
            <a:ext cx="3905250" cy="247650"/>
          </a:xfrm>
          <a:prstGeom prst="rect">
            <a:avLst/>
          </a:prstGeom>
        </p:spPr>
        <p:txBody>
          <a:bodyPr wrap="square" lIns="0" tIns="0" rIns="0" bIns="0" anchor="t">
            <a:noAutofit/>
          </a:bodyPr>
          <a:lstStyle/>
          <a:p>
            <a:pPr algn="l">
              <a:defRPr sz="1238" b="0">
                <a:solidFill>
                  <a:srgbClr val="5D6470"/>
                </a:solidFill>
                <a:latin typeface="Arial"/>
                <a:ea typeface="Arial"/>
                <a:cs typeface="Arial"/>
              </a:defRPr>
            </a:pPr>
            <a:r>
              <a:rPr lang="pt-BR" noProof="0" dirty="0"/>
              <a:t>Consultar checklist</a:t>
            </a:r>
          </a:p>
        </p:txBody>
      </p:sp>
      <p:sp>
        <p:nvSpPr>
          <p:cNvPr id="20" name="cap-rule-3">
            <a:extLst>
              <a:ext uri="{FF2B5EF4-FFF2-40B4-BE49-F238E27FC236}">
                <a16:creationId xmlns:a16="http://schemas.microsoft.com/office/drawing/2014/main" id="{40B327B3-AE3D-CB4F-80D9-1C3F802EE5F1}"/>
              </a:ext>
            </a:extLst>
          </p:cNvPr>
          <p:cNvSpPr>
            <a:spLocks noGrp="1"/>
          </p:cNvSpPr>
          <p:nvPr/>
        </p:nvSpPr>
        <p:spPr>
          <a:xfrm>
            <a:off x="390525" y="4171950"/>
            <a:ext cx="4905375" cy="14288"/>
          </a:xfrm>
          <a:prstGeom prst="rect">
            <a:avLst/>
          </a:prstGeom>
          <a:solidFill>
            <a:srgbClr val="C6CAD1"/>
          </a:solidFill>
        </p:spPr>
        <p:txBody>
          <a:bodyPr/>
          <a:lstStyle/>
          <a:p>
            <a:endParaRPr lang="pt-BR" noProof="0" dirty="0"/>
          </a:p>
        </p:txBody>
      </p:sp>
      <p:sp>
        <p:nvSpPr>
          <p:cNvPr id="21" name="cap-count-3">
            <a:extLst>
              <a:ext uri="{FF2B5EF4-FFF2-40B4-BE49-F238E27FC236}">
                <a16:creationId xmlns:a16="http://schemas.microsoft.com/office/drawing/2014/main" id="{B22334F5-E56D-28EB-8140-30EEDB70E9F8}"/>
              </a:ext>
            </a:extLst>
          </p:cNvPr>
          <p:cNvSpPr>
            <a:spLocks noGrp="1"/>
          </p:cNvSpPr>
          <p:nvPr/>
        </p:nvSpPr>
        <p:spPr>
          <a:xfrm>
            <a:off x="390525" y="3543300"/>
            <a:ext cx="590550" cy="438150"/>
          </a:xfrm>
          <a:prstGeom prst="rect">
            <a:avLst/>
          </a:prstGeom>
        </p:spPr>
        <p:txBody>
          <a:bodyPr wrap="square" lIns="0" tIns="0" rIns="0" bIns="0" anchor="t">
            <a:noAutofit/>
          </a:bodyPr>
          <a:lstStyle/>
          <a:p>
            <a:pPr algn="l">
              <a:defRPr sz="2175" b="1">
                <a:solidFill>
                  <a:srgbClr val="3D8DFF"/>
                </a:solidFill>
                <a:latin typeface="Arial"/>
                <a:ea typeface="Arial"/>
                <a:cs typeface="Arial"/>
              </a:defRPr>
            </a:pPr>
            <a:r>
              <a:rPr lang="pt-BR" noProof="0" dirty="0"/>
              <a:t>05</a:t>
            </a:r>
          </a:p>
        </p:txBody>
      </p:sp>
      <p:sp>
        <p:nvSpPr>
          <p:cNvPr id="22" name="cap-domain-3">
            <a:extLst>
              <a:ext uri="{FF2B5EF4-FFF2-40B4-BE49-F238E27FC236}">
                <a16:creationId xmlns:a16="http://schemas.microsoft.com/office/drawing/2014/main" id="{9AD2EAA8-910B-A3A9-E954-07D28DA0780A}"/>
              </a:ext>
            </a:extLst>
          </p:cNvPr>
          <p:cNvSpPr>
            <a:spLocks noGrp="1"/>
          </p:cNvSpPr>
          <p:nvPr/>
        </p:nvSpPr>
        <p:spPr>
          <a:xfrm>
            <a:off x="1143000" y="3543300"/>
            <a:ext cx="3000375" cy="285750"/>
          </a:xfrm>
          <a:prstGeom prst="rect">
            <a:avLst/>
          </a:prstGeom>
        </p:spPr>
        <p:txBody>
          <a:bodyPr wrap="square" lIns="0" tIns="0" rIns="0" bIns="0" anchor="t">
            <a:noAutofit/>
          </a:bodyPr>
          <a:lstStyle/>
          <a:p>
            <a:pPr algn="l">
              <a:defRPr sz="1650" b="1">
                <a:solidFill>
                  <a:srgbClr val="000000"/>
                </a:solidFill>
                <a:latin typeface="Arial"/>
                <a:ea typeface="Arial"/>
                <a:cs typeface="Arial"/>
              </a:defRPr>
            </a:pPr>
            <a:r>
              <a:rPr lang="pt-BR" noProof="0" dirty="0"/>
              <a:t>Dossiê produto</a:t>
            </a:r>
          </a:p>
        </p:txBody>
      </p:sp>
      <p:sp>
        <p:nvSpPr>
          <p:cNvPr id="23" name="cap-description-3">
            <a:extLst>
              <a:ext uri="{FF2B5EF4-FFF2-40B4-BE49-F238E27FC236}">
                <a16:creationId xmlns:a16="http://schemas.microsoft.com/office/drawing/2014/main" id="{AB04A1F5-F9AB-90BD-9587-CBD01A9A465D}"/>
              </a:ext>
            </a:extLst>
          </p:cNvPr>
          <p:cNvSpPr>
            <a:spLocks noGrp="1"/>
          </p:cNvSpPr>
          <p:nvPr/>
        </p:nvSpPr>
        <p:spPr>
          <a:xfrm>
            <a:off x="1143000" y="3867150"/>
            <a:ext cx="3905250" cy="247650"/>
          </a:xfrm>
          <a:prstGeom prst="rect">
            <a:avLst/>
          </a:prstGeom>
        </p:spPr>
        <p:txBody>
          <a:bodyPr wrap="square" lIns="0" tIns="0" rIns="0" bIns="0" anchor="t">
            <a:noAutofit/>
          </a:bodyPr>
          <a:lstStyle/>
          <a:p>
            <a:pPr algn="l">
              <a:defRPr sz="1238" b="0">
                <a:solidFill>
                  <a:srgbClr val="5D6470"/>
                </a:solidFill>
                <a:latin typeface="Arial"/>
                <a:ea typeface="Arial"/>
                <a:cs typeface="Arial"/>
              </a:defRPr>
            </a:pPr>
            <a:r>
              <a:rPr lang="pt-BR" noProof="0" dirty="0"/>
              <a:t>Criar, atualizar, incluir, validar e avançar</a:t>
            </a:r>
          </a:p>
        </p:txBody>
      </p:sp>
      <p:sp>
        <p:nvSpPr>
          <p:cNvPr id="24" name="cap-rule-4">
            <a:extLst>
              <a:ext uri="{FF2B5EF4-FFF2-40B4-BE49-F238E27FC236}">
                <a16:creationId xmlns:a16="http://schemas.microsoft.com/office/drawing/2014/main" id="{0052E628-653E-51A7-FA51-C52598FB2EDC}"/>
              </a:ext>
            </a:extLst>
          </p:cNvPr>
          <p:cNvSpPr>
            <a:spLocks noGrp="1"/>
          </p:cNvSpPr>
          <p:nvPr/>
        </p:nvSpPr>
        <p:spPr>
          <a:xfrm>
            <a:off x="390525" y="4933950"/>
            <a:ext cx="4905375" cy="14288"/>
          </a:xfrm>
          <a:prstGeom prst="rect">
            <a:avLst/>
          </a:prstGeom>
          <a:solidFill>
            <a:srgbClr val="C6CAD1"/>
          </a:solidFill>
        </p:spPr>
        <p:txBody>
          <a:bodyPr/>
          <a:lstStyle/>
          <a:p>
            <a:endParaRPr lang="pt-BR" noProof="0" dirty="0"/>
          </a:p>
        </p:txBody>
      </p:sp>
      <p:sp>
        <p:nvSpPr>
          <p:cNvPr id="25" name="cap-count-4">
            <a:extLst>
              <a:ext uri="{FF2B5EF4-FFF2-40B4-BE49-F238E27FC236}">
                <a16:creationId xmlns:a16="http://schemas.microsoft.com/office/drawing/2014/main" id="{1E4909A7-7380-A536-DEAC-C51E4FD4A255}"/>
              </a:ext>
            </a:extLst>
          </p:cNvPr>
          <p:cNvSpPr>
            <a:spLocks noGrp="1"/>
          </p:cNvSpPr>
          <p:nvPr/>
        </p:nvSpPr>
        <p:spPr>
          <a:xfrm>
            <a:off x="390525" y="4305300"/>
            <a:ext cx="590550" cy="438150"/>
          </a:xfrm>
          <a:prstGeom prst="rect">
            <a:avLst/>
          </a:prstGeom>
        </p:spPr>
        <p:txBody>
          <a:bodyPr wrap="square" lIns="0" tIns="0" rIns="0" bIns="0" anchor="t">
            <a:noAutofit/>
          </a:bodyPr>
          <a:lstStyle/>
          <a:p>
            <a:pPr algn="l">
              <a:defRPr sz="2175" b="1">
                <a:solidFill>
                  <a:srgbClr val="3D8DFF"/>
                </a:solidFill>
                <a:latin typeface="Arial"/>
                <a:ea typeface="Arial"/>
                <a:cs typeface="Arial"/>
              </a:defRPr>
            </a:pPr>
            <a:r>
              <a:rPr lang="pt-BR" noProof="0" dirty="0"/>
              <a:t>01</a:t>
            </a:r>
          </a:p>
        </p:txBody>
      </p:sp>
      <p:sp>
        <p:nvSpPr>
          <p:cNvPr id="26" name="cap-domain-4">
            <a:extLst>
              <a:ext uri="{FF2B5EF4-FFF2-40B4-BE49-F238E27FC236}">
                <a16:creationId xmlns:a16="http://schemas.microsoft.com/office/drawing/2014/main" id="{6039457F-FFC4-E64D-8357-539E30469558}"/>
              </a:ext>
            </a:extLst>
          </p:cNvPr>
          <p:cNvSpPr>
            <a:spLocks noGrp="1"/>
          </p:cNvSpPr>
          <p:nvPr/>
        </p:nvSpPr>
        <p:spPr>
          <a:xfrm>
            <a:off x="1143000" y="4305300"/>
            <a:ext cx="3000375" cy="285750"/>
          </a:xfrm>
          <a:prstGeom prst="rect">
            <a:avLst/>
          </a:prstGeom>
        </p:spPr>
        <p:txBody>
          <a:bodyPr wrap="square" lIns="0" tIns="0" rIns="0" bIns="0" anchor="t">
            <a:noAutofit/>
          </a:bodyPr>
          <a:lstStyle/>
          <a:p>
            <a:pPr algn="l">
              <a:defRPr sz="1650" b="1">
                <a:solidFill>
                  <a:srgbClr val="000000"/>
                </a:solidFill>
                <a:latin typeface="Arial"/>
                <a:ea typeface="Arial"/>
                <a:cs typeface="Arial"/>
              </a:defRPr>
            </a:pPr>
            <a:r>
              <a:rPr lang="pt-BR" noProof="0" dirty="0"/>
              <a:t>Gestão de documento</a:t>
            </a:r>
          </a:p>
        </p:txBody>
      </p:sp>
      <p:sp>
        <p:nvSpPr>
          <p:cNvPr id="27" name="cap-description-4">
            <a:extLst>
              <a:ext uri="{FF2B5EF4-FFF2-40B4-BE49-F238E27FC236}">
                <a16:creationId xmlns:a16="http://schemas.microsoft.com/office/drawing/2014/main" id="{001B73D3-B75E-62AB-8EF7-DB4F53456350}"/>
              </a:ext>
            </a:extLst>
          </p:cNvPr>
          <p:cNvSpPr>
            <a:spLocks noGrp="1"/>
          </p:cNvSpPr>
          <p:nvPr/>
        </p:nvSpPr>
        <p:spPr>
          <a:xfrm>
            <a:off x="1143000" y="4629150"/>
            <a:ext cx="3905250" cy="247650"/>
          </a:xfrm>
          <a:prstGeom prst="rect">
            <a:avLst/>
          </a:prstGeom>
        </p:spPr>
        <p:txBody>
          <a:bodyPr wrap="square" lIns="0" tIns="0" rIns="0" bIns="0" anchor="t">
            <a:noAutofit/>
          </a:bodyPr>
          <a:lstStyle/>
          <a:p>
            <a:pPr algn="l">
              <a:defRPr sz="1238" b="0">
                <a:solidFill>
                  <a:srgbClr val="5D6470"/>
                </a:solidFill>
                <a:latin typeface="Arial"/>
                <a:ea typeface="Arial"/>
                <a:cs typeface="Arial"/>
              </a:defRPr>
            </a:pPr>
            <a:r>
              <a:rPr lang="pt-BR" noProof="0" dirty="0"/>
              <a:t>Obter credencial de container</a:t>
            </a:r>
          </a:p>
        </p:txBody>
      </p:sp>
      <p:sp>
        <p:nvSpPr>
          <p:cNvPr id="28" name="s3-path-label">
            <a:extLst>
              <a:ext uri="{FF2B5EF4-FFF2-40B4-BE49-F238E27FC236}">
                <a16:creationId xmlns:a16="http://schemas.microsoft.com/office/drawing/2014/main" id="{7876951C-2BCB-47FC-3900-0573B82373EE}"/>
              </a:ext>
            </a:extLst>
          </p:cNvPr>
          <p:cNvSpPr>
            <a:spLocks noGrp="1"/>
          </p:cNvSpPr>
          <p:nvPr/>
        </p:nvSpPr>
        <p:spPr>
          <a:xfrm>
            <a:off x="6667500" y="1581150"/>
            <a:ext cx="4667250" cy="285750"/>
          </a:xfrm>
          <a:prstGeom prst="rect">
            <a:avLst/>
          </a:prstGeom>
        </p:spPr>
        <p:txBody>
          <a:bodyPr wrap="square" lIns="0" tIns="0" rIns="0" bIns="0" anchor="t">
            <a:noAutofit/>
          </a:bodyPr>
          <a:lstStyle/>
          <a:p>
            <a:pPr algn="ctr">
              <a:defRPr sz="1275" b="1">
                <a:solidFill>
                  <a:srgbClr val="3D8DFF"/>
                </a:solidFill>
                <a:latin typeface="Arial"/>
                <a:ea typeface="Arial"/>
                <a:cs typeface="Arial"/>
              </a:defRPr>
            </a:pPr>
            <a:r>
              <a:rPr lang="pt-BR" noProof="0" dirty="0"/>
              <a:t>MESMO CAMINHO</a:t>
            </a:r>
          </a:p>
        </p:txBody>
      </p:sp>
      <p:sp>
        <p:nvSpPr>
          <p:cNvPr id="29" name="s3-port-in-label">
            <a:extLst>
              <a:ext uri="{FF2B5EF4-FFF2-40B4-BE49-F238E27FC236}">
                <a16:creationId xmlns:a16="http://schemas.microsoft.com/office/drawing/2014/main" id="{1EA9D760-3D75-B882-3E7C-1AAC53A2F543}"/>
              </a:ext>
            </a:extLst>
          </p:cNvPr>
          <p:cNvSpPr>
            <a:spLocks noGrp="1"/>
          </p:cNvSpPr>
          <p:nvPr/>
        </p:nvSpPr>
        <p:spPr>
          <a:xfrm>
            <a:off x="6953250" y="2286000"/>
            <a:ext cx="4095750" cy="266700"/>
          </a:xfrm>
          <a:prstGeom prst="rect">
            <a:avLst/>
          </a:prstGeom>
        </p:spPr>
        <p:txBody>
          <a:bodyPr wrap="square" lIns="0" tIns="0" rIns="0" bIns="0" anchor="t">
            <a:noAutofit/>
          </a:bodyPr>
          <a:lstStyle/>
          <a:p>
            <a:pPr algn="ctr">
              <a:defRPr sz="1575" b="1">
                <a:solidFill>
                  <a:srgbClr val="000000"/>
                </a:solidFill>
                <a:latin typeface="Arial"/>
                <a:ea typeface="Arial"/>
                <a:cs typeface="Arial"/>
              </a:defRPr>
            </a:pPr>
            <a:r>
              <a:rPr lang="pt-BR" noProof="0" dirty="0"/>
              <a:t>Portas de entrada</a:t>
            </a:r>
          </a:p>
        </p:txBody>
      </p:sp>
      <p:sp>
        <p:nvSpPr>
          <p:cNvPr id="30" name="s3-use-case-label">
            <a:extLst>
              <a:ext uri="{FF2B5EF4-FFF2-40B4-BE49-F238E27FC236}">
                <a16:creationId xmlns:a16="http://schemas.microsoft.com/office/drawing/2014/main" id="{F287E19E-E1E4-A6DA-84F2-81840B44B199}"/>
              </a:ext>
            </a:extLst>
          </p:cNvPr>
          <p:cNvSpPr>
            <a:spLocks noGrp="1"/>
          </p:cNvSpPr>
          <p:nvPr/>
        </p:nvSpPr>
        <p:spPr>
          <a:xfrm>
            <a:off x="6667500" y="3228975"/>
            <a:ext cx="4667250" cy="285750"/>
          </a:xfrm>
          <a:prstGeom prst="rect">
            <a:avLst/>
          </a:prstGeom>
        </p:spPr>
        <p:txBody>
          <a:bodyPr wrap="square" lIns="0" tIns="0" rIns="0" bIns="0" anchor="t">
            <a:noAutofit/>
          </a:bodyPr>
          <a:lstStyle/>
          <a:p>
            <a:pPr algn="ctr">
              <a:defRPr sz="1725" b="1">
                <a:solidFill>
                  <a:srgbClr val="FFFFFF"/>
                </a:solidFill>
                <a:latin typeface="Arial"/>
                <a:ea typeface="Arial"/>
                <a:cs typeface="Arial"/>
              </a:defRPr>
            </a:pPr>
            <a:r>
              <a:rPr lang="pt-BR" noProof="0" dirty="0"/>
              <a:t>Caso de uso atômico</a:t>
            </a:r>
          </a:p>
        </p:txBody>
      </p:sp>
      <p:sp>
        <p:nvSpPr>
          <p:cNvPr id="31" name="s3-port-out-label">
            <a:extLst>
              <a:ext uri="{FF2B5EF4-FFF2-40B4-BE49-F238E27FC236}">
                <a16:creationId xmlns:a16="http://schemas.microsoft.com/office/drawing/2014/main" id="{6CF015F0-1234-2077-F3DD-7B71B8E6D4FB}"/>
              </a:ext>
            </a:extLst>
          </p:cNvPr>
          <p:cNvSpPr>
            <a:spLocks noGrp="1"/>
          </p:cNvSpPr>
          <p:nvPr/>
        </p:nvSpPr>
        <p:spPr>
          <a:xfrm>
            <a:off x="6953250" y="4171950"/>
            <a:ext cx="4095750" cy="266700"/>
          </a:xfrm>
          <a:prstGeom prst="rect">
            <a:avLst/>
          </a:prstGeom>
        </p:spPr>
        <p:txBody>
          <a:bodyPr wrap="square" lIns="0" tIns="0" rIns="0" bIns="0" anchor="t">
            <a:noAutofit/>
          </a:bodyPr>
          <a:lstStyle/>
          <a:p>
            <a:pPr algn="ctr">
              <a:defRPr sz="1575" b="1">
                <a:solidFill>
                  <a:srgbClr val="000000"/>
                </a:solidFill>
                <a:latin typeface="Arial"/>
                <a:ea typeface="Arial"/>
                <a:cs typeface="Arial"/>
              </a:defRPr>
            </a:pPr>
            <a:r>
              <a:rPr lang="pt-BR" noProof="0" dirty="0"/>
              <a:t>Portas de saída</a:t>
            </a:r>
          </a:p>
        </p:txBody>
      </p:sp>
      <p:sp>
        <p:nvSpPr>
          <p:cNvPr id="32" name="s3-mtr-label">
            <a:extLst>
              <a:ext uri="{FF2B5EF4-FFF2-40B4-BE49-F238E27FC236}">
                <a16:creationId xmlns:a16="http://schemas.microsoft.com/office/drawing/2014/main" id="{56534E0D-CC9E-2DD6-ACB0-8003645B6991}"/>
              </a:ext>
            </a:extLst>
          </p:cNvPr>
          <p:cNvSpPr>
            <a:spLocks noGrp="1"/>
          </p:cNvSpPr>
          <p:nvPr/>
        </p:nvSpPr>
        <p:spPr>
          <a:xfrm>
            <a:off x="6953250" y="5162550"/>
            <a:ext cx="1952625" cy="266700"/>
          </a:xfrm>
          <a:prstGeom prst="rect">
            <a:avLst/>
          </a:prstGeom>
        </p:spPr>
        <p:txBody>
          <a:bodyPr wrap="square" lIns="0" tIns="0" rIns="0" bIns="0" anchor="t">
            <a:noAutofit/>
          </a:bodyPr>
          <a:lstStyle/>
          <a:p>
            <a:pPr algn="ctr">
              <a:defRPr sz="1650" b="1">
                <a:solidFill>
                  <a:srgbClr val="000000"/>
                </a:solidFill>
                <a:latin typeface="Arial"/>
                <a:ea typeface="Arial"/>
                <a:cs typeface="Arial"/>
              </a:defRPr>
            </a:pPr>
            <a:r>
              <a:rPr lang="pt-BR" noProof="0" dirty="0"/>
              <a:t>MTR</a:t>
            </a:r>
          </a:p>
        </p:txBody>
      </p:sp>
      <p:sp>
        <p:nvSpPr>
          <p:cNvPr id="33" name="s3-sim-label">
            <a:extLst>
              <a:ext uri="{FF2B5EF4-FFF2-40B4-BE49-F238E27FC236}">
                <a16:creationId xmlns:a16="http://schemas.microsoft.com/office/drawing/2014/main" id="{60B98B7B-6F22-227A-C374-537C027C230F}"/>
              </a:ext>
            </a:extLst>
          </p:cNvPr>
          <p:cNvSpPr>
            <a:spLocks noGrp="1"/>
          </p:cNvSpPr>
          <p:nvPr/>
        </p:nvSpPr>
        <p:spPr>
          <a:xfrm>
            <a:off x="9096375" y="5162550"/>
            <a:ext cx="1952625" cy="266700"/>
          </a:xfrm>
          <a:prstGeom prst="rect">
            <a:avLst/>
          </a:prstGeom>
        </p:spPr>
        <p:txBody>
          <a:bodyPr wrap="square" lIns="0" tIns="0" rIns="0" bIns="0" anchor="t">
            <a:noAutofit/>
          </a:bodyPr>
          <a:lstStyle/>
          <a:p>
            <a:pPr algn="ctr">
              <a:defRPr sz="1650" b="1">
                <a:solidFill>
                  <a:srgbClr val="000000"/>
                </a:solidFill>
                <a:latin typeface="Arial"/>
                <a:ea typeface="Arial"/>
                <a:cs typeface="Arial"/>
              </a:defRPr>
            </a:pPr>
            <a:r>
              <a:rPr lang="pt-BR" noProof="0" dirty="0"/>
              <a:t>SIMULADOR</a:t>
            </a:r>
          </a:p>
        </p:txBody>
      </p:sp>
      <p:sp>
        <p:nvSpPr>
          <p:cNvPr id="34" name="s3-note">
            <a:extLst>
              <a:ext uri="{FF2B5EF4-FFF2-40B4-BE49-F238E27FC236}">
                <a16:creationId xmlns:a16="http://schemas.microsoft.com/office/drawing/2014/main" id="{95298647-EF2E-942D-A4CC-356FD7C68618}"/>
              </a:ext>
            </a:extLst>
          </p:cNvPr>
          <p:cNvSpPr>
            <a:spLocks noGrp="1"/>
          </p:cNvSpPr>
          <p:nvPr/>
        </p:nvSpPr>
        <p:spPr>
          <a:xfrm>
            <a:off x="6667500" y="5857875"/>
            <a:ext cx="4667250" cy="247650"/>
          </a:xfrm>
          <a:prstGeom prst="rect">
            <a:avLst/>
          </a:prstGeom>
        </p:spPr>
        <p:txBody>
          <a:bodyPr wrap="square" lIns="0" tIns="0" rIns="0" bIns="0" anchor="t">
            <a:noAutofit/>
          </a:bodyPr>
          <a:lstStyle/>
          <a:p>
            <a:pPr algn="ctr">
              <a:defRPr sz="1275" b="0">
                <a:solidFill>
                  <a:srgbClr val="5D6470"/>
                </a:solidFill>
                <a:latin typeface="Arial"/>
                <a:ea typeface="Arial"/>
                <a:cs typeface="Arial"/>
              </a:defRPr>
            </a:pPr>
            <a:r>
              <a:rPr lang="pt-BR" noProof="0" dirty="0"/>
              <a:t>Protocolos e </a:t>
            </a:r>
            <a:r>
              <a:rPr lang="pt-BR" noProof="0" dirty="0" err="1"/>
              <a:t>DTOs</a:t>
            </a:r>
            <a:r>
              <a:rPr lang="pt-BR" noProof="0" dirty="0"/>
              <a:t> permanecem nas bordas.</a:t>
            </a:r>
          </a:p>
        </p:txBody>
      </p:sp>
    </p:spTree>
    <p:extLst>
      <p:ext uri="{BB962C8B-B14F-4D97-AF65-F5344CB8AC3E}">
        <p14:creationId xmlns:p14="http://schemas.microsoft.com/office/powerpoint/2010/main" val="2367096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footer-4">
            <a:extLst>
              <a:ext uri="{FF2B5EF4-FFF2-40B4-BE49-F238E27FC236}">
                <a16:creationId xmlns:a16="http://schemas.microsoft.com/office/drawing/2014/main" id="{0698411F-C105-49D8-91F0-4DBA343B0316}"/>
              </a:ext>
            </a:extLst>
          </p:cNvPr>
          <p:cNvSpPr>
            <a:spLocks noGrp="1"/>
          </p:cNvSpPr>
          <p:nvPr/>
        </p:nvSpPr>
        <p:spPr>
          <a:xfrm>
            <a:off x="11277600" y="6276975"/>
            <a:ext cx="523875" cy="238125"/>
          </a:xfrm>
          <a:prstGeom prst="rect">
            <a:avLst/>
          </a:prstGeom>
        </p:spPr>
        <p:txBody>
          <a:bodyPr wrap="square" lIns="0" tIns="0" rIns="0" bIns="0" anchor="b">
            <a:noAutofit/>
          </a:bodyPr>
          <a:lstStyle/>
          <a:p>
            <a:pPr algn="r">
              <a:defRPr sz="1000" b="0">
                <a:solidFill>
                  <a:srgbClr val="000000"/>
                </a:solidFill>
                <a:latin typeface="Arial"/>
                <a:ea typeface="Arial"/>
                <a:cs typeface="Arial"/>
              </a:defRPr>
            </a:pPr>
            <a:r>
              <a:rPr lang="pt-BR" dirty="0"/>
              <a:t>5</a:t>
            </a:r>
            <a:endParaRPr dirty="0"/>
          </a:p>
        </p:txBody>
      </p:sp>
      <p:sp>
        <p:nvSpPr>
          <p:cNvPr id="2" name="s4-title">
            <a:extLst>
              <a:ext uri="{FF2B5EF4-FFF2-40B4-BE49-F238E27FC236}">
                <a16:creationId xmlns:a16="http://schemas.microsoft.com/office/drawing/2014/main" id="{74D6594A-2016-4642-BC5D-667E73AE8767}"/>
              </a:ext>
            </a:extLst>
          </p:cNvPr>
          <p:cNvSpPr>
            <a:spLocks noGrp="1"/>
          </p:cNvSpPr>
          <p:nvPr/>
        </p:nvSpPr>
        <p:spPr>
          <a:xfrm>
            <a:off x="457200" y="419100"/>
            <a:ext cx="11277600" cy="609600"/>
          </a:xfrm>
          <a:prstGeom prst="rect">
            <a:avLst/>
          </a:prstGeom>
        </p:spPr>
        <p:txBody>
          <a:bodyPr wrap="square" lIns="0" tIns="0" rIns="0" bIns="0" anchor="t">
            <a:noAutofit/>
          </a:bodyPr>
          <a:lstStyle/>
          <a:p>
            <a:pPr algn="l">
              <a:defRPr sz="3150" b="1">
                <a:solidFill>
                  <a:srgbClr val="000000"/>
                </a:solidFill>
                <a:latin typeface="Arial"/>
                <a:ea typeface="Arial"/>
                <a:cs typeface="Arial"/>
              </a:defRPr>
            </a:pPr>
            <a:r>
              <a:t>Quatro formas de colaboração usam os mesmos limites</a:t>
            </a:r>
          </a:p>
        </p:txBody>
      </p:sp>
      <p:sp>
        <p:nvSpPr>
          <p:cNvPr id="3" name="s4-subtitle">
            <a:extLst>
              <a:ext uri="{FF2B5EF4-FFF2-40B4-BE49-F238E27FC236}">
                <a16:creationId xmlns:a16="http://schemas.microsoft.com/office/drawing/2014/main" id="{45CA7342-9AD2-437D-8DA5-AA8CC9804B78}"/>
              </a:ext>
            </a:extLst>
          </p:cNvPr>
          <p:cNvSpPr>
            <a:spLocks noGrp="1"/>
          </p:cNvSpPr>
          <p:nvPr/>
        </p:nvSpPr>
        <p:spPr>
          <a:xfrm>
            <a:off x="457200" y="1219200"/>
            <a:ext cx="7239000" cy="304800"/>
          </a:xfrm>
          <a:prstGeom prst="rect">
            <a:avLst/>
          </a:prstGeom>
        </p:spPr>
        <p:txBody>
          <a:bodyPr wrap="square" lIns="0" tIns="0" rIns="0" bIns="0" anchor="t">
            <a:noAutofit/>
          </a:bodyPr>
          <a:lstStyle/>
          <a:p>
            <a:pPr algn="l">
              <a:defRPr sz="1575" b="0">
                <a:solidFill>
                  <a:srgbClr val="5D6470"/>
                </a:solidFill>
                <a:latin typeface="Arial"/>
                <a:ea typeface="Arial"/>
                <a:cs typeface="Arial"/>
              </a:defRPr>
            </a:pPr>
            <a:r>
              <a:t>A direção da chamada define o papel arquitetural.</a:t>
            </a:r>
          </a:p>
        </p:txBody>
      </p:sp>
      <p:sp>
        <p:nvSpPr>
          <p:cNvPr id="4" name="s4-rule-1">
            <a:extLst>
              <a:ext uri="{FF2B5EF4-FFF2-40B4-BE49-F238E27FC236}">
                <a16:creationId xmlns:a16="http://schemas.microsoft.com/office/drawing/2014/main" id="{49CF6D60-A040-445D-998E-7E9ED193802B}"/>
              </a:ext>
            </a:extLst>
          </p:cNvPr>
          <p:cNvSpPr>
            <a:spLocks noGrp="1"/>
          </p:cNvSpPr>
          <p:nvPr/>
        </p:nvSpPr>
        <p:spPr>
          <a:xfrm>
            <a:off x="457200" y="2667000"/>
            <a:ext cx="11277600" cy="14288"/>
          </a:xfrm>
          <a:prstGeom prst="rect">
            <a:avLst/>
          </a:prstGeom>
          <a:solidFill>
            <a:srgbClr val="C6CAD1"/>
          </a:solidFill>
        </p:spPr>
        <p:txBody>
          <a:bodyPr/>
          <a:lstStyle/>
          <a:p>
            <a:endParaRPr lang="en-US"/>
          </a:p>
        </p:txBody>
      </p:sp>
      <p:sp>
        <p:nvSpPr>
          <p:cNvPr id="5" name="s4-num-1">
            <a:extLst>
              <a:ext uri="{FF2B5EF4-FFF2-40B4-BE49-F238E27FC236}">
                <a16:creationId xmlns:a16="http://schemas.microsoft.com/office/drawing/2014/main" id="{B1413B25-4625-4580-A5BB-2A1E1B6C022B}"/>
              </a:ext>
            </a:extLst>
          </p:cNvPr>
          <p:cNvSpPr>
            <a:spLocks noGrp="1"/>
          </p:cNvSpPr>
          <p:nvPr/>
        </p:nvSpPr>
        <p:spPr>
          <a:xfrm>
            <a:off x="457200" y="1905000"/>
            <a:ext cx="704850" cy="495300"/>
          </a:xfrm>
          <a:prstGeom prst="rect">
            <a:avLst/>
          </a:prstGeom>
        </p:spPr>
        <p:txBody>
          <a:bodyPr wrap="square" lIns="0" tIns="0" rIns="0" bIns="0" anchor="t">
            <a:noAutofit/>
          </a:bodyPr>
          <a:lstStyle/>
          <a:p>
            <a:pPr algn="l">
              <a:defRPr sz="2625" b="1">
                <a:solidFill>
                  <a:srgbClr val="3D8DFF"/>
                </a:solidFill>
                <a:latin typeface="Arial"/>
                <a:ea typeface="Arial"/>
                <a:cs typeface="Arial"/>
              </a:defRPr>
            </a:pPr>
            <a:r>
              <a:t>01</a:t>
            </a:r>
          </a:p>
        </p:txBody>
      </p:sp>
      <p:sp>
        <p:nvSpPr>
          <p:cNvPr id="6" name="s4-role-1">
            <a:extLst>
              <a:ext uri="{FF2B5EF4-FFF2-40B4-BE49-F238E27FC236}">
                <a16:creationId xmlns:a16="http://schemas.microsoft.com/office/drawing/2014/main" id="{2DA6CD95-C281-4DF8-A159-936E2F60E192}"/>
              </a:ext>
            </a:extLst>
          </p:cNvPr>
          <p:cNvSpPr>
            <a:spLocks noGrp="1"/>
          </p:cNvSpPr>
          <p:nvPr/>
        </p:nvSpPr>
        <p:spPr>
          <a:xfrm>
            <a:off x="1333500" y="1962150"/>
            <a:ext cx="1238250" cy="228600"/>
          </a:xfrm>
          <a:prstGeom prst="rect">
            <a:avLst/>
          </a:prstGeom>
        </p:spPr>
        <p:txBody>
          <a:bodyPr wrap="square" lIns="0" tIns="0" rIns="0" bIns="0" anchor="t">
            <a:noAutofit/>
          </a:bodyPr>
          <a:lstStyle/>
          <a:p>
            <a:pPr algn="l">
              <a:defRPr sz="1125" b="1">
                <a:solidFill>
                  <a:srgbClr val="3D8DFF"/>
                </a:solidFill>
                <a:latin typeface="Arial"/>
                <a:ea typeface="Arial"/>
                <a:cs typeface="Arial"/>
              </a:defRPr>
            </a:pPr>
            <a:r>
              <a:t>ENTRADA</a:t>
            </a:r>
          </a:p>
        </p:txBody>
      </p:sp>
      <p:sp>
        <p:nvSpPr>
          <p:cNvPr id="7" name="s4-actor-1">
            <a:extLst>
              <a:ext uri="{FF2B5EF4-FFF2-40B4-BE49-F238E27FC236}">
                <a16:creationId xmlns:a16="http://schemas.microsoft.com/office/drawing/2014/main" id="{3813166B-A6B6-47E0-891E-D6D51DF53A37}"/>
              </a:ext>
            </a:extLst>
          </p:cNvPr>
          <p:cNvSpPr>
            <a:spLocks noGrp="1"/>
          </p:cNvSpPr>
          <p:nvPr/>
        </p:nvSpPr>
        <p:spPr>
          <a:xfrm>
            <a:off x="2857500" y="1905000"/>
            <a:ext cx="3143250" cy="400050"/>
          </a:xfrm>
          <a:prstGeom prst="rect">
            <a:avLst/>
          </a:prstGeom>
        </p:spPr>
        <p:txBody>
          <a:bodyPr wrap="square" lIns="0" tIns="0" rIns="0" bIns="0" anchor="t">
            <a:noAutofit/>
          </a:bodyPr>
          <a:lstStyle/>
          <a:p>
            <a:pPr algn="l">
              <a:defRPr sz="1800" b="1">
                <a:solidFill>
                  <a:srgbClr val="000000"/>
                </a:solidFill>
                <a:latin typeface="Arial"/>
                <a:ea typeface="Arial"/>
                <a:cs typeface="Arial"/>
              </a:defRPr>
            </a:pPr>
            <a:r>
              <a:t>Orquestrador externo</a:t>
            </a:r>
          </a:p>
        </p:txBody>
      </p:sp>
      <p:sp>
        <p:nvSpPr>
          <p:cNvPr id="8" name="s4-flow-1">
            <a:extLst>
              <a:ext uri="{FF2B5EF4-FFF2-40B4-BE49-F238E27FC236}">
                <a16:creationId xmlns:a16="http://schemas.microsoft.com/office/drawing/2014/main" id="{7F079C21-7C54-4901-9C6A-26F2E368A1A0}"/>
              </a:ext>
            </a:extLst>
          </p:cNvPr>
          <p:cNvSpPr>
            <a:spLocks noGrp="1"/>
          </p:cNvSpPr>
          <p:nvPr/>
        </p:nvSpPr>
        <p:spPr>
          <a:xfrm>
            <a:off x="6477000" y="1933575"/>
            <a:ext cx="4953000" cy="419100"/>
          </a:xfrm>
          <a:prstGeom prst="rect">
            <a:avLst/>
          </a:prstGeom>
        </p:spPr>
        <p:txBody>
          <a:bodyPr wrap="square" lIns="0" tIns="0" rIns="0" bIns="0" anchor="t">
            <a:noAutofit/>
          </a:bodyPr>
          <a:lstStyle/>
          <a:p>
            <a:pPr algn="l">
              <a:defRPr sz="1425" b="0">
                <a:solidFill>
                  <a:srgbClr val="5D6470"/>
                </a:solidFill>
                <a:latin typeface="Arial"/>
                <a:ea typeface="Arial"/>
                <a:cs typeface="Arial"/>
              </a:defRPr>
            </a:pPr>
            <a:r>
              <a:t>adapter REST/mensagem  →  porta</a:t>
            </a:r>
          </a:p>
        </p:txBody>
      </p:sp>
      <p:sp>
        <p:nvSpPr>
          <p:cNvPr id="9" name="s4-rule-2">
            <a:extLst>
              <a:ext uri="{FF2B5EF4-FFF2-40B4-BE49-F238E27FC236}">
                <a16:creationId xmlns:a16="http://schemas.microsoft.com/office/drawing/2014/main" id="{62786711-F5A4-413D-AF26-E343E64392CF}"/>
              </a:ext>
            </a:extLst>
          </p:cNvPr>
          <p:cNvSpPr>
            <a:spLocks noGrp="1"/>
          </p:cNvSpPr>
          <p:nvPr/>
        </p:nvSpPr>
        <p:spPr>
          <a:xfrm>
            <a:off x="457200" y="3714750"/>
            <a:ext cx="11277600" cy="14288"/>
          </a:xfrm>
          <a:prstGeom prst="rect">
            <a:avLst/>
          </a:prstGeom>
          <a:solidFill>
            <a:srgbClr val="C6CAD1"/>
          </a:solidFill>
        </p:spPr>
        <p:txBody>
          <a:bodyPr/>
          <a:lstStyle/>
          <a:p>
            <a:endParaRPr lang="en-US"/>
          </a:p>
        </p:txBody>
      </p:sp>
      <p:sp>
        <p:nvSpPr>
          <p:cNvPr id="10" name="s4-num-2">
            <a:extLst>
              <a:ext uri="{FF2B5EF4-FFF2-40B4-BE49-F238E27FC236}">
                <a16:creationId xmlns:a16="http://schemas.microsoft.com/office/drawing/2014/main" id="{4C31455A-6656-4C7A-BA8E-F50DDF1DF0A6}"/>
              </a:ext>
            </a:extLst>
          </p:cNvPr>
          <p:cNvSpPr>
            <a:spLocks noGrp="1"/>
          </p:cNvSpPr>
          <p:nvPr/>
        </p:nvSpPr>
        <p:spPr>
          <a:xfrm>
            <a:off x="457200" y="2952750"/>
            <a:ext cx="704850" cy="495300"/>
          </a:xfrm>
          <a:prstGeom prst="rect">
            <a:avLst/>
          </a:prstGeom>
        </p:spPr>
        <p:txBody>
          <a:bodyPr wrap="square" lIns="0" tIns="0" rIns="0" bIns="0" anchor="t">
            <a:noAutofit/>
          </a:bodyPr>
          <a:lstStyle/>
          <a:p>
            <a:pPr algn="l">
              <a:defRPr sz="2625" b="1">
                <a:solidFill>
                  <a:srgbClr val="3D8DFF"/>
                </a:solidFill>
                <a:latin typeface="Arial"/>
                <a:ea typeface="Arial"/>
                <a:cs typeface="Arial"/>
              </a:defRPr>
            </a:pPr>
            <a:r>
              <a:t>02</a:t>
            </a:r>
          </a:p>
        </p:txBody>
      </p:sp>
      <p:sp>
        <p:nvSpPr>
          <p:cNvPr id="11" name="s4-role-2">
            <a:extLst>
              <a:ext uri="{FF2B5EF4-FFF2-40B4-BE49-F238E27FC236}">
                <a16:creationId xmlns:a16="http://schemas.microsoft.com/office/drawing/2014/main" id="{E38F6350-09F2-4973-A229-DD6EDCD76F6B}"/>
              </a:ext>
            </a:extLst>
          </p:cNvPr>
          <p:cNvSpPr>
            <a:spLocks noGrp="1"/>
          </p:cNvSpPr>
          <p:nvPr/>
        </p:nvSpPr>
        <p:spPr>
          <a:xfrm>
            <a:off x="1333500" y="3009900"/>
            <a:ext cx="1238250" cy="228600"/>
          </a:xfrm>
          <a:prstGeom prst="rect">
            <a:avLst/>
          </a:prstGeom>
        </p:spPr>
        <p:txBody>
          <a:bodyPr wrap="square" lIns="0" tIns="0" rIns="0" bIns="0" anchor="t">
            <a:noAutofit/>
          </a:bodyPr>
          <a:lstStyle/>
          <a:p>
            <a:pPr algn="l">
              <a:defRPr sz="1125" b="1">
                <a:solidFill>
                  <a:srgbClr val="3D8DFF"/>
                </a:solidFill>
                <a:latin typeface="Arial"/>
                <a:ea typeface="Arial"/>
                <a:cs typeface="Arial"/>
              </a:defRPr>
            </a:pPr>
            <a:r>
              <a:t>ENTRADA</a:t>
            </a:r>
          </a:p>
        </p:txBody>
      </p:sp>
      <p:sp>
        <p:nvSpPr>
          <p:cNvPr id="12" name="s4-actor-2">
            <a:extLst>
              <a:ext uri="{FF2B5EF4-FFF2-40B4-BE49-F238E27FC236}">
                <a16:creationId xmlns:a16="http://schemas.microsoft.com/office/drawing/2014/main" id="{7AA38824-4DEB-4B3E-BBD6-AFF4DE190543}"/>
              </a:ext>
            </a:extLst>
          </p:cNvPr>
          <p:cNvSpPr>
            <a:spLocks noGrp="1"/>
          </p:cNvSpPr>
          <p:nvPr/>
        </p:nvSpPr>
        <p:spPr>
          <a:xfrm>
            <a:off x="2857500" y="2952750"/>
            <a:ext cx="3143250" cy="400050"/>
          </a:xfrm>
          <a:prstGeom prst="rect">
            <a:avLst/>
          </a:prstGeom>
        </p:spPr>
        <p:txBody>
          <a:bodyPr wrap="square" lIns="0" tIns="0" rIns="0" bIns="0" anchor="t">
            <a:noAutofit/>
          </a:bodyPr>
          <a:lstStyle/>
          <a:p>
            <a:pPr algn="l">
              <a:defRPr sz="1800" b="1">
                <a:solidFill>
                  <a:srgbClr val="000000"/>
                </a:solidFill>
                <a:latin typeface="Arial"/>
                <a:ea typeface="Arial"/>
                <a:cs typeface="Arial"/>
              </a:defRPr>
            </a:pPr>
            <a:r>
              <a:t>Agente externo</a:t>
            </a:r>
          </a:p>
        </p:txBody>
      </p:sp>
      <p:sp>
        <p:nvSpPr>
          <p:cNvPr id="13" name="s4-flow-2">
            <a:extLst>
              <a:ext uri="{FF2B5EF4-FFF2-40B4-BE49-F238E27FC236}">
                <a16:creationId xmlns:a16="http://schemas.microsoft.com/office/drawing/2014/main" id="{69D03E21-15A9-4755-90C5-3940B53F1519}"/>
              </a:ext>
            </a:extLst>
          </p:cNvPr>
          <p:cNvSpPr>
            <a:spLocks noGrp="1"/>
          </p:cNvSpPr>
          <p:nvPr/>
        </p:nvSpPr>
        <p:spPr>
          <a:xfrm>
            <a:off x="6477000" y="2981325"/>
            <a:ext cx="4953000" cy="419100"/>
          </a:xfrm>
          <a:prstGeom prst="rect">
            <a:avLst/>
          </a:prstGeom>
        </p:spPr>
        <p:txBody>
          <a:bodyPr wrap="square" lIns="0" tIns="0" rIns="0" bIns="0" anchor="t">
            <a:noAutofit/>
          </a:bodyPr>
          <a:lstStyle/>
          <a:p>
            <a:pPr algn="l">
              <a:defRPr sz="1425" b="0">
                <a:solidFill>
                  <a:srgbClr val="5D6470"/>
                </a:solidFill>
                <a:latin typeface="Arial"/>
                <a:ea typeface="Arial"/>
                <a:cs typeface="Arial"/>
              </a:defRPr>
            </a:pPr>
            <a:r>
              <a:t>adapter MCP  →  porta existente</a:t>
            </a:r>
          </a:p>
        </p:txBody>
      </p:sp>
      <p:sp>
        <p:nvSpPr>
          <p:cNvPr id="14" name="s4-rule-3">
            <a:extLst>
              <a:ext uri="{FF2B5EF4-FFF2-40B4-BE49-F238E27FC236}">
                <a16:creationId xmlns:a16="http://schemas.microsoft.com/office/drawing/2014/main" id="{D8DF4D83-A588-487E-881D-06BFD12C04E5}"/>
              </a:ext>
            </a:extLst>
          </p:cNvPr>
          <p:cNvSpPr>
            <a:spLocks noGrp="1"/>
          </p:cNvSpPr>
          <p:nvPr/>
        </p:nvSpPr>
        <p:spPr>
          <a:xfrm>
            <a:off x="457200" y="4762500"/>
            <a:ext cx="11277600" cy="14288"/>
          </a:xfrm>
          <a:prstGeom prst="rect">
            <a:avLst/>
          </a:prstGeom>
          <a:solidFill>
            <a:srgbClr val="C6CAD1"/>
          </a:solidFill>
        </p:spPr>
        <p:txBody>
          <a:bodyPr/>
          <a:lstStyle/>
          <a:p>
            <a:endParaRPr lang="en-US"/>
          </a:p>
        </p:txBody>
      </p:sp>
      <p:sp>
        <p:nvSpPr>
          <p:cNvPr id="15" name="s4-num-3">
            <a:extLst>
              <a:ext uri="{FF2B5EF4-FFF2-40B4-BE49-F238E27FC236}">
                <a16:creationId xmlns:a16="http://schemas.microsoft.com/office/drawing/2014/main" id="{F123F650-D389-432F-A350-EA3D72557F3A}"/>
              </a:ext>
            </a:extLst>
          </p:cNvPr>
          <p:cNvSpPr>
            <a:spLocks noGrp="1"/>
          </p:cNvSpPr>
          <p:nvPr/>
        </p:nvSpPr>
        <p:spPr>
          <a:xfrm>
            <a:off x="457200" y="4000500"/>
            <a:ext cx="704850" cy="495300"/>
          </a:xfrm>
          <a:prstGeom prst="rect">
            <a:avLst/>
          </a:prstGeom>
        </p:spPr>
        <p:txBody>
          <a:bodyPr wrap="square" lIns="0" tIns="0" rIns="0" bIns="0" anchor="t">
            <a:noAutofit/>
          </a:bodyPr>
          <a:lstStyle/>
          <a:p>
            <a:pPr algn="l">
              <a:defRPr sz="2625" b="1">
                <a:solidFill>
                  <a:srgbClr val="3D8DFF"/>
                </a:solidFill>
                <a:latin typeface="Arial"/>
                <a:ea typeface="Arial"/>
                <a:cs typeface="Arial"/>
              </a:defRPr>
            </a:pPr>
            <a:r>
              <a:t>03</a:t>
            </a:r>
          </a:p>
        </p:txBody>
      </p:sp>
      <p:sp>
        <p:nvSpPr>
          <p:cNvPr id="16" name="s4-role-3">
            <a:extLst>
              <a:ext uri="{FF2B5EF4-FFF2-40B4-BE49-F238E27FC236}">
                <a16:creationId xmlns:a16="http://schemas.microsoft.com/office/drawing/2014/main" id="{4A76E311-5056-4A7B-BB05-301ED6994C31}"/>
              </a:ext>
            </a:extLst>
          </p:cNvPr>
          <p:cNvSpPr>
            <a:spLocks noGrp="1"/>
          </p:cNvSpPr>
          <p:nvPr/>
        </p:nvSpPr>
        <p:spPr>
          <a:xfrm>
            <a:off x="1333500" y="4057650"/>
            <a:ext cx="1238250" cy="228600"/>
          </a:xfrm>
          <a:prstGeom prst="rect">
            <a:avLst/>
          </a:prstGeom>
        </p:spPr>
        <p:txBody>
          <a:bodyPr wrap="square" lIns="0" tIns="0" rIns="0" bIns="0" anchor="t">
            <a:noAutofit/>
          </a:bodyPr>
          <a:lstStyle/>
          <a:p>
            <a:pPr algn="l">
              <a:defRPr sz="1125" b="1">
                <a:solidFill>
                  <a:srgbClr val="3D8DFF"/>
                </a:solidFill>
                <a:latin typeface="Arial"/>
                <a:ea typeface="Arial"/>
                <a:cs typeface="Arial"/>
              </a:defRPr>
            </a:pPr>
            <a:r>
              <a:t>APLICAÇÃO</a:t>
            </a:r>
          </a:p>
        </p:txBody>
      </p:sp>
      <p:sp>
        <p:nvSpPr>
          <p:cNvPr id="17" name="s4-actor-3">
            <a:extLst>
              <a:ext uri="{FF2B5EF4-FFF2-40B4-BE49-F238E27FC236}">
                <a16:creationId xmlns:a16="http://schemas.microsoft.com/office/drawing/2014/main" id="{B841878C-1DF7-427D-8A2C-103085191635}"/>
              </a:ext>
            </a:extLst>
          </p:cNvPr>
          <p:cNvSpPr>
            <a:spLocks noGrp="1"/>
          </p:cNvSpPr>
          <p:nvPr/>
        </p:nvSpPr>
        <p:spPr>
          <a:xfrm>
            <a:off x="2857500" y="4000500"/>
            <a:ext cx="3143250" cy="400050"/>
          </a:xfrm>
          <a:prstGeom prst="rect">
            <a:avLst/>
          </a:prstGeom>
        </p:spPr>
        <p:txBody>
          <a:bodyPr wrap="square" lIns="0" tIns="0" rIns="0" bIns="0" anchor="t">
            <a:noAutofit/>
          </a:bodyPr>
          <a:lstStyle/>
          <a:p>
            <a:pPr algn="l">
              <a:defRPr sz="1800" b="1">
                <a:solidFill>
                  <a:srgbClr val="000000"/>
                </a:solidFill>
                <a:latin typeface="Arial"/>
                <a:ea typeface="Arial"/>
                <a:cs typeface="Arial"/>
              </a:defRPr>
            </a:pPr>
            <a:r>
              <a:t>Orquestrador do domínio</a:t>
            </a:r>
          </a:p>
        </p:txBody>
      </p:sp>
      <p:sp>
        <p:nvSpPr>
          <p:cNvPr id="18" name="s4-flow-3">
            <a:extLst>
              <a:ext uri="{FF2B5EF4-FFF2-40B4-BE49-F238E27FC236}">
                <a16:creationId xmlns:a16="http://schemas.microsoft.com/office/drawing/2014/main" id="{7CDBF6AE-64A7-4A89-9D22-E3C3F3763D57}"/>
              </a:ext>
            </a:extLst>
          </p:cNvPr>
          <p:cNvSpPr>
            <a:spLocks noGrp="1"/>
          </p:cNvSpPr>
          <p:nvPr/>
        </p:nvSpPr>
        <p:spPr>
          <a:xfrm>
            <a:off x="6477000" y="4029075"/>
            <a:ext cx="4953000" cy="419100"/>
          </a:xfrm>
          <a:prstGeom prst="rect">
            <a:avLst/>
          </a:prstGeom>
        </p:spPr>
        <p:txBody>
          <a:bodyPr wrap="square" lIns="0" tIns="0" rIns="0" bIns="0" anchor="t">
            <a:noAutofit/>
          </a:bodyPr>
          <a:lstStyle/>
          <a:p>
            <a:pPr algn="l">
              <a:defRPr sz="1425" b="0">
                <a:solidFill>
                  <a:srgbClr val="5D6470"/>
                </a:solidFill>
                <a:latin typeface="Arial"/>
                <a:ea typeface="Arial"/>
                <a:cs typeface="Arial"/>
              </a:defRPr>
            </a:pPr>
            <a:r>
              <a:t>porta do fluxo  →  capacidades</a:t>
            </a:r>
          </a:p>
        </p:txBody>
      </p:sp>
      <p:sp>
        <p:nvSpPr>
          <p:cNvPr id="19" name="s4-rule-4">
            <a:extLst>
              <a:ext uri="{FF2B5EF4-FFF2-40B4-BE49-F238E27FC236}">
                <a16:creationId xmlns:a16="http://schemas.microsoft.com/office/drawing/2014/main" id="{F62D8B9A-EF08-490A-9596-A970BE0A7D5F}"/>
              </a:ext>
            </a:extLst>
          </p:cNvPr>
          <p:cNvSpPr>
            <a:spLocks noGrp="1"/>
          </p:cNvSpPr>
          <p:nvPr/>
        </p:nvSpPr>
        <p:spPr>
          <a:xfrm>
            <a:off x="457200" y="5810250"/>
            <a:ext cx="11277600" cy="14288"/>
          </a:xfrm>
          <a:prstGeom prst="rect">
            <a:avLst/>
          </a:prstGeom>
          <a:solidFill>
            <a:srgbClr val="C6CAD1"/>
          </a:solidFill>
        </p:spPr>
        <p:txBody>
          <a:bodyPr/>
          <a:lstStyle/>
          <a:p>
            <a:endParaRPr lang="en-US"/>
          </a:p>
        </p:txBody>
      </p:sp>
      <p:sp>
        <p:nvSpPr>
          <p:cNvPr id="20" name="s4-num-4">
            <a:extLst>
              <a:ext uri="{FF2B5EF4-FFF2-40B4-BE49-F238E27FC236}">
                <a16:creationId xmlns:a16="http://schemas.microsoft.com/office/drawing/2014/main" id="{BDE96C9E-ECEC-4EB7-BB89-3E8EC050D442}"/>
              </a:ext>
            </a:extLst>
          </p:cNvPr>
          <p:cNvSpPr>
            <a:spLocks noGrp="1"/>
          </p:cNvSpPr>
          <p:nvPr/>
        </p:nvSpPr>
        <p:spPr>
          <a:xfrm>
            <a:off x="457200" y="5048250"/>
            <a:ext cx="704850" cy="495300"/>
          </a:xfrm>
          <a:prstGeom prst="rect">
            <a:avLst/>
          </a:prstGeom>
        </p:spPr>
        <p:txBody>
          <a:bodyPr wrap="square" lIns="0" tIns="0" rIns="0" bIns="0" anchor="t">
            <a:noAutofit/>
          </a:bodyPr>
          <a:lstStyle/>
          <a:p>
            <a:pPr algn="l">
              <a:defRPr sz="2625" b="1">
                <a:solidFill>
                  <a:srgbClr val="3D8DFF"/>
                </a:solidFill>
                <a:latin typeface="Arial"/>
                <a:ea typeface="Arial"/>
                <a:cs typeface="Arial"/>
              </a:defRPr>
            </a:pPr>
            <a:r>
              <a:t>04</a:t>
            </a:r>
          </a:p>
        </p:txBody>
      </p:sp>
      <p:sp>
        <p:nvSpPr>
          <p:cNvPr id="21" name="s4-role-4">
            <a:extLst>
              <a:ext uri="{FF2B5EF4-FFF2-40B4-BE49-F238E27FC236}">
                <a16:creationId xmlns:a16="http://schemas.microsoft.com/office/drawing/2014/main" id="{06E919FE-009E-4CC7-8D3D-F9E4E65613D0}"/>
              </a:ext>
            </a:extLst>
          </p:cNvPr>
          <p:cNvSpPr>
            <a:spLocks noGrp="1"/>
          </p:cNvSpPr>
          <p:nvPr/>
        </p:nvSpPr>
        <p:spPr>
          <a:xfrm>
            <a:off x="1333500" y="5105400"/>
            <a:ext cx="1238250" cy="228600"/>
          </a:xfrm>
          <a:prstGeom prst="rect">
            <a:avLst/>
          </a:prstGeom>
        </p:spPr>
        <p:txBody>
          <a:bodyPr wrap="square" lIns="0" tIns="0" rIns="0" bIns="0" anchor="t">
            <a:noAutofit/>
          </a:bodyPr>
          <a:lstStyle/>
          <a:p>
            <a:pPr algn="l">
              <a:defRPr sz="1125" b="1">
                <a:solidFill>
                  <a:srgbClr val="3D8DFF"/>
                </a:solidFill>
                <a:latin typeface="Arial"/>
                <a:ea typeface="Arial"/>
                <a:cs typeface="Arial"/>
              </a:defRPr>
            </a:pPr>
            <a:r>
              <a:t>SAÍDA</a:t>
            </a:r>
          </a:p>
        </p:txBody>
      </p:sp>
      <p:sp>
        <p:nvSpPr>
          <p:cNvPr id="22" name="s4-actor-4">
            <a:extLst>
              <a:ext uri="{FF2B5EF4-FFF2-40B4-BE49-F238E27FC236}">
                <a16:creationId xmlns:a16="http://schemas.microsoft.com/office/drawing/2014/main" id="{7D0EE444-387A-4F83-8A6F-654C32B34AFE}"/>
              </a:ext>
            </a:extLst>
          </p:cNvPr>
          <p:cNvSpPr>
            <a:spLocks noGrp="1"/>
          </p:cNvSpPr>
          <p:nvPr/>
        </p:nvSpPr>
        <p:spPr>
          <a:xfrm>
            <a:off x="2857500" y="5048250"/>
            <a:ext cx="3143250" cy="400050"/>
          </a:xfrm>
          <a:prstGeom prst="rect">
            <a:avLst/>
          </a:prstGeom>
        </p:spPr>
        <p:txBody>
          <a:bodyPr wrap="square" lIns="0" tIns="0" rIns="0" bIns="0" anchor="t">
            <a:noAutofit/>
          </a:bodyPr>
          <a:lstStyle/>
          <a:p>
            <a:pPr algn="l">
              <a:defRPr sz="1800" b="1">
                <a:solidFill>
                  <a:srgbClr val="000000"/>
                </a:solidFill>
                <a:latin typeface="Arial"/>
                <a:ea typeface="Arial"/>
                <a:cs typeface="Arial"/>
              </a:defRPr>
            </a:pPr>
            <a:r>
              <a:t>MTR ou outro serviço</a:t>
            </a:r>
          </a:p>
        </p:txBody>
      </p:sp>
      <p:sp>
        <p:nvSpPr>
          <p:cNvPr id="23" name="s4-flow-4">
            <a:extLst>
              <a:ext uri="{FF2B5EF4-FFF2-40B4-BE49-F238E27FC236}">
                <a16:creationId xmlns:a16="http://schemas.microsoft.com/office/drawing/2014/main" id="{B29888A2-BAFB-43B8-ABAB-39E560931D60}"/>
              </a:ext>
            </a:extLst>
          </p:cNvPr>
          <p:cNvSpPr>
            <a:spLocks noGrp="1"/>
          </p:cNvSpPr>
          <p:nvPr/>
        </p:nvSpPr>
        <p:spPr>
          <a:xfrm>
            <a:off x="6477000" y="5076825"/>
            <a:ext cx="4953000" cy="419100"/>
          </a:xfrm>
          <a:prstGeom prst="rect">
            <a:avLst/>
          </a:prstGeom>
        </p:spPr>
        <p:txBody>
          <a:bodyPr wrap="square" lIns="0" tIns="0" rIns="0" bIns="0" anchor="t">
            <a:noAutofit/>
          </a:bodyPr>
          <a:lstStyle/>
          <a:p>
            <a:pPr algn="l">
              <a:defRPr sz="1425" b="0">
                <a:solidFill>
                  <a:srgbClr val="5D6470"/>
                </a:solidFill>
                <a:latin typeface="Arial"/>
                <a:ea typeface="Arial"/>
                <a:cs typeface="Arial"/>
              </a:defRPr>
            </a:pPr>
            <a:r>
              <a:t>porta de saída  →  adapter</a:t>
            </a:r>
          </a:p>
        </p:txBody>
      </p:sp>
      <p:sp>
        <p:nvSpPr>
          <p:cNvPr id="28" name="CaixaDeTexto 27">
            <a:extLst>
              <a:ext uri="{FF2B5EF4-FFF2-40B4-BE49-F238E27FC236}">
                <a16:creationId xmlns:a16="http://schemas.microsoft.com/office/drawing/2014/main" id="{FE51D571-BF53-E07F-859C-6701AE527548}"/>
              </a:ext>
            </a:extLst>
          </p:cNvPr>
          <p:cNvSpPr txBox="1"/>
          <p:nvPr/>
        </p:nvSpPr>
        <p:spPr>
          <a:xfrm>
            <a:off x="871537" y="5924550"/>
            <a:ext cx="10448926" cy="769810"/>
          </a:xfrm>
          <a:prstGeom prst="rect">
            <a:avLst/>
          </a:prstGeom>
          <a:solidFill>
            <a:srgbClr val="3D8DFF"/>
          </a:solidFill>
        </p:spPr>
        <p:txBody>
          <a:bodyPr/>
          <a:lstStyle>
            <a:defPPr>
              <a:defRPr lang="en-US"/>
            </a:defPPr>
          </a:lstStyle>
          <a:p>
            <a:pPr algn="ctr"/>
            <a:r>
              <a:rPr lang="pt-BR" sz="1600" dirty="0">
                <a:solidFill>
                  <a:schemeClr val="bg1"/>
                </a:solidFill>
              </a:rPr>
              <a:t>Os quatro desenhos que apresentamos explicam possibilidades arquiteturais, não componentes existentes. O</a:t>
            </a:r>
          </a:p>
          <a:p>
            <a:pPr algn="ctr"/>
            <a:r>
              <a:rPr lang="pt-BR" sz="1600" dirty="0">
                <a:solidFill>
                  <a:schemeClr val="bg1"/>
                </a:solidFill>
              </a:rPr>
              <a:t>`</a:t>
            </a:r>
            <a:r>
              <a:rPr lang="pt-BR" sz="1600" dirty="0" err="1">
                <a:solidFill>
                  <a:schemeClr val="bg1"/>
                </a:solidFill>
              </a:rPr>
              <a:t>simtr</a:t>
            </a:r>
            <a:r>
              <a:rPr lang="pt-BR" sz="1600" dirty="0">
                <a:solidFill>
                  <a:schemeClr val="bg1"/>
                </a:solidFill>
              </a:rPr>
              <a:t>-hub` atual não possui orquestrador local, motor de workflow nem </a:t>
            </a:r>
            <a:r>
              <a:rPr lang="pt-BR" sz="1600" dirty="0" err="1">
                <a:solidFill>
                  <a:schemeClr val="bg1"/>
                </a:solidFill>
              </a:rPr>
              <a:t>adapter</a:t>
            </a:r>
            <a:r>
              <a:rPr lang="pt-BR" sz="1600" dirty="0">
                <a:solidFill>
                  <a:schemeClr val="bg1"/>
                </a:solidFill>
              </a:rPr>
              <a:t> dedicado a um</a:t>
            </a:r>
          </a:p>
          <a:p>
            <a:pPr algn="ctr"/>
            <a:r>
              <a:rPr lang="pt-BR" sz="1600" dirty="0">
                <a:solidFill>
                  <a:schemeClr val="bg1"/>
                </a:solidFill>
              </a:rPr>
              <a:t>orquestrador externo. Também não possui MCP Server nem </a:t>
            </a:r>
            <a:r>
              <a:rPr lang="pt-BR" sz="1600" dirty="0" err="1">
                <a:solidFill>
                  <a:schemeClr val="bg1"/>
                </a:solidFill>
              </a:rPr>
              <a:t>adapter</a:t>
            </a:r>
            <a:r>
              <a:rPr lang="pt-BR" sz="1600" dirty="0">
                <a:solidFill>
                  <a:schemeClr val="bg1"/>
                </a:solidFill>
              </a:rPr>
              <a:t> MCP.</a:t>
            </a:r>
          </a:p>
        </p:txBody>
      </p:sp>
    </p:spTree>
    <p:extLst>
      <p:ext uri="{BB962C8B-B14F-4D97-AF65-F5344CB8AC3E}">
        <p14:creationId xmlns:p14="http://schemas.microsoft.com/office/powerpoint/2010/main" val="648094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4A5FD7B-253A-A1C9-24F0-BFE24617099B}"/>
            </a:ext>
          </a:extLst>
        </p:cNvPr>
        <p:cNvGrpSpPr/>
        <p:nvPr/>
      </p:nvGrpSpPr>
      <p:grpSpPr>
        <a:xfrm>
          <a:off x="0" y="0"/>
          <a:ext cx="0" cy="0"/>
          <a:chOff x="0" y="0"/>
          <a:chExt cx="0" cy="0"/>
        </a:xfrm>
      </p:grpSpPr>
      <p:sp>
        <p:nvSpPr>
          <p:cNvPr id="24" name="footer-4">
            <a:extLst>
              <a:ext uri="{FF2B5EF4-FFF2-40B4-BE49-F238E27FC236}">
                <a16:creationId xmlns:a16="http://schemas.microsoft.com/office/drawing/2014/main" id="{A10012D0-B5D5-FAB6-C408-377812539C61}"/>
              </a:ext>
            </a:extLst>
          </p:cNvPr>
          <p:cNvSpPr>
            <a:spLocks noGrp="1"/>
          </p:cNvSpPr>
          <p:nvPr/>
        </p:nvSpPr>
        <p:spPr>
          <a:xfrm>
            <a:off x="11277600" y="6276975"/>
            <a:ext cx="523875" cy="238125"/>
          </a:xfrm>
          <a:prstGeom prst="rect">
            <a:avLst/>
          </a:prstGeom>
        </p:spPr>
        <p:txBody>
          <a:bodyPr wrap="square" lIns="0" tIns="0" rIns="0" bIns="0" anchor="b">
            <a:noAutofit/>
          </a:bodyPr>
          <a:lstStyle/>
          <a:p>
            <a:pPr algn="r">
              <a:defRPr sz="1000" b="0">
                <a:solidFill>
                  <a:srgbClr val="000000"/>
                </a:solidFill>
                <a:latin typeface="Arial"/>
                <a:ea typeface="Arial"/>
                <a:cs typeface="Arial"/>
              </a:defRPr>
            </a:pPr>
            <a:r>
              <a:rPr lang="pt-BR" dirty="0"/>
              <a:t>6</a:t>
            </a:r>
            <a:endParaRPr dirty="0"/>
          </a:p>
        </p:txBody>
      </p:sp>
      <p:sp>
        <p:nvSpPr>
          <p:cNvPr id="2" name="s4-title">
            <a:extLst>
              <a:ext uri="{FF2B5EF4-FFF2-40B4-BE49-F238E27FC236}">
                <a16:creationId xmlns:a16="http://schemas.microsoft.com/office/drawing/2014/main" id="{DD0CF35F-25AD-C5B6-27B6-DF4E337A7938}"/>
              </a:ext>
            </a:extLst>
          </p:cNvPr>
          <p:cNvSpPr>
            <a:spLocks noGrp="1"/>
          </p:cNvSpPr>
          <p:nvPr/>
        </p:nvSpPr>
        <p:spPr>
          <a:xfrm>
            <a:off x="457200" y="419100"/>
            <a:ext cx="11277600" cy="609600"/>
          </a:xfrm>
          <a:prstGeom prst="rect">
            <a:avLst/>
          </a:prstGeom>
        </p:spPr>
        <p:txBody>
          <a:bodyPr wrap="square" lIns="0" tIns="0" rIns="0" bIns="0" anchor="t">
            <a:noAutofit/>
          </a:bodyPr>
          <a:lstStyle/>
          <a:p>
            <a:pPr algn="l">
              <a:defRPr sz="3150" b="1">
                <a:solidFill>
                  <a:srgbClr val="000000"/>
                </a:solidFill>
                <a:latin typeface="Arial"/>
                <a:ea typeface="Arial"/>
                <a:cs typeface="Arial"/>
              </a:defRPr>
            </a:pPr>
            <a:r>
              <a:rPr lang="pt-BR" dirty="0"/>
              <a:t>Direção da dependência e papel do orquestrador</a:t>
            </a:r>
            <a:endParaRPr dirty="0"/>
          </a:p>
        </p:txBody>
      </p:sp>
      <p:sp>
        <p:nvSpPr>
          <p:cNvPr id="26" name="CaixaDeTexto 25">
            <a:extLst>
              <a:ext uri="{FF2B5EF4-FFF2-40B4-BE49-F238E27FC236}">
                <a16:creationId xmlns:a16="http://schemas.microsoft.com/office/drawing/2014/main" id="{93B75678-1672-F44E-EB56-AC4AB3A34257}"/>
              </a:ext>
            </a:extLst>
          </p:cNvPr>
          <p:cNvSpPr txBox="1"/>
          <p:nvPr/>
        </p:nvSpPr>
        <p:spPr>
          <a:xfrm>
            <a:off x="200787" y="1276356"/>
            <a:ext cx="11338560" cy="646331"/>
          </a:xfrm>
          <a:prstGeom prst="rect">
            <a:avLst/>
          </a:prstGeom>
          <a:noFill/>
        </p:spPr>
        <p:txBody>
          <a:bodyPr wrap="square">
            <a:spAutoFit/>
          </a:bodyPr>
          <a:lstStyle/>
          <a:p>
            <a:r>
              <a:rPr lang="pt-BR" dirty="0"/>
              <a:t>O papel arquitetural de um orquestrador depende da direção da interação; o nome "orquestrador" sozinho não determina sua camada.</a:t>
            </a:r>
          </a:p>
        </p:txBody>
      </p:sp>
      <p:sp>
        <p:nvSpPr>
          <p:cNvPr id="28" name="CaixaDeTexto 27">
            <a:extLst>
              <a:ext uri="{FF2B5EF4-FFF2-40B4-BE49-F238E27FC236}">
                <a16:creationId xmlns:a16="http://schemas.microsoft.com/office/drawing/2014/main" id="{682E4C44-FCBE-3431-7F45-0F2213301D81}"/>
              </a:ext>
            </a:extLst>
          </p:cNvPr>
          <p:cNvSpPr txBox="1"/>
          <p:nvPr/>
        </p:nvSpPr>
        <p:spPr>
          <a:xfrm>
            <a:off x="261747" y="2230399"/>
            <a:ext cx="4683252" cy="1200329"/>
          </a:xfrm>
          <a:prstGeom prst="rect">
            <a:avLst/>
          </a:prstGeom>
          <a:noFill/>
        </p:spPr>
        <p:txBody>
          <a:bodyPr wrap="square">
            <a:spAutoFit/>
          </a:bodyPr>
          <a:lstStyle/>
          <a:p>
            <a:r>
              <a:rPr lang="pt-BR" b="1" dirty="0"/>
              <a:t>Orquestrador externo</a:t>
            </a:r>
          </a:p>
          <a:p>
            <a:r>
              <a:rPr lang="pt-BR" dirty="0"/>
              <a:t>        -&gt; </a:t>
            </a:r>
            <a:r>
              <a:rPr lang="pt-BR" dirty="0" err="1"/>
              <a:t>adapter</a:t>
            </a:r>
            <a:r>
              <a:rPr lang="pt-BR" dirty="0"/>
              <a:t> de entrada (REST ou mensagem)</a:t>
            </a:r>
          </a:p>
          <a:p>
            <a:r>
              <a:rPr lang="pt-BR" dirty="0"/>
              <a:t>            -&gt; porta de entrada</a:t>
            </a:r>
          </a:p>
          <a:p>
            <a:r>
              <a:rPr lang="pt-BR" dirty="0"/>
              <a:t>                -&gt; aplicação</a:t>
            </a:r>
          </a:p>
        </p:txBody>
      </p:sp>
      <p:sp>
        <p:nvSpPr>
          <p:cNvPr id="30" name="CaixaDeTexto 29">
            <a:extLst>
              <a:ext uri="{FF2B5EF4-FFF2-40B4-BE49-F238E27FC236}">
                <a16:creationId xmlns:a16="http://schemas.microsoft.com/office/drawing/2014/main" id="{0FF2025C-493D-748A-02A2-D67E34457229}"/>
              </a:ext>
            </a:extLst>
          </p:cNvPr>
          <p:cNvSpPr txBox="1"/>
          <p:nvPr/>
        </p:nvSpPr>
        <p:spPr>
          <a:xfrm>
            <a:off x="5900547" y="2230399"/>
            <a:ext cx="5638800" cy="923330"/>
          </a:xfrm>
          <a:prstGeom prst="rect">
            <a:avLst/>
          </a:prstGeom>
          <a:noFill/>
        </p:spPr>
        <p:txBody>
          <a:bodyPr wrap="square">
            <a:spAutoFit/>
          </a:bodyPr>
          <a:lstStyle/>
          <a:p>
            <a:r>
              <a:rPr lang="pt-BR" dirty="0"/>
              <a:t>Quando um </a:t>
            </a:r>
            <a:r>
              <a:rPr lang="pt-BR" b="1" dirty="0"/>
              <a:t>orquestrador externo </a:t>
            </a:r>
            <a:r>
              <a:rPr lang="pt-BR" dirty="0"/>
              <a:t>inicia uma operação, ele e um ator de entrada. O protocolo e tratado por um </a:t>
            </a:r>
            <a:r>
              <a:rPr lang="pt-BR" dirty="0" err="1"/>
              <a:t>adapter</a:t>
            </a:r>
            <a:r>
              <a:rPr lang="pt-BR" dirty="0"/>
              <a:t> de entrada, que aciona a porta da aplicação</a:t>
            </a:r>
          </a:p>
        </p:txBody>
      </p:sp>
      <p:sp>
        <p:nvSpPr>
          <p:cNvPr id="32" name="s4-rule-3">
            <a:extLst>
              <a:ext uri="{FF2B5EF4-FFF2-40B4-BE49-F238E27FC236}">
                <a16:creationId xmlns:a16="http://schemas.microsoft.com/office/drawing/2014/main" id="{DA7D4DC5-3C2E-02F0-9A50-A068B6E8CC18}"/>
              </a:ext>
            </a:extLst>
          </p:cNvPr>
          <p:cNvSpPr>
            <a:spLocks noGrp="1"/>
          </p:cNvSpPr>
          <p:nvPr/>
        </p:nvSpPr>
        <p:spPr>
          <a:xfrm>
            <a:off x="261747" y="3654105"/>
            <a:ext cx="11277600" cy="14288"/>
          </a:xfrm>
          <a:prstGeom prst="rect">
            <a:avLst/>
          </a:prstGeom>
          <a:solidFill>
            <a:srgbClr val="C6CAD1"/>
          </a:solidFill>
        </p:spPr>
        <p:txBody>
          <a:bodyPr/>
          <a:lstStyle/>
          <a:p>
            <a:endParaRPr lang="en-US"/>
          </a:p>
        </p:txBody>
      </p:sp>
      <p:sp>
        <p:nvSpPr>
          <p:cNvPr id="34" name="CaixaDeTexto 33">
            <a:extLst>
              <a:ext uri="{FF2B5EF4-FFF2-40B4-BE49-F238E27FC236}">
                <a16:creationId xmlns:a16="http://schemas.microsoft.com/office/drawing/2014/main" id="{B5D0849A-A9FF-E604-728C-9CB2E4111E5E}"/>
              </a:ext>
            </a:extLst>
          </p:cNvPr>
          <p:cNvSpPr txBox="1"/>
          <p:nvPr/>
        </p:nvSpPr>
        <p:spPr>
          <a:xfrm>
            <a:off x="261747" y="4035775"/>
            <a:ext cx="5316093" cy="2308324"/>
          </a:xfrm>
          <a:prstGeom prst="rect">
            <a:avLst/>
          </a:prstGeom>
          <a:noFill/>
        </p:spPr>
        <p:txBody>
          <a:bodyPr wrap="square">
            <a:spAutoFit/>
          </a:bodyPr>
          <a:lstStyle/>
          <a:p>
            <a:r>
              <a:rPr lang="pt-BR" dirty="0"/>
              <a:t>Adapter de entrada</a:t>
            </a:r>
          </a:p>
          <a:p>
            <a:r>
              <a:rPr lang="pt-BR" dirty="0"/>
              <a:t>        -&gt; porta de entrada do fluxo</a:t>
            </a:r>
          </a:p>
          <a:p>
            <a:r>
              <a:rPr lang="pt-BR" dirty="0"/>
              <a:t>            -&gt; </a:t>
            </a:r>
            <a:r>
              <a:rPr lang="pt-BR" b="1" dirty="0"/>
              <a:t>orquestrador da aplicação </a:t>
            </a:r>
            <a:r>
              <a:rPr lang="pt-BR" dirty="0"/>
              <a:t>(futuro)</a:t>
            </a:r>
          </a:p>
          <a:p>
            <a:r>
              <a:rPr lang="pt-BR" dirty="0"/>
              <a:t>                |-&gt; porta de entrada de capacidade atômica do mesmo domínio</a:t>
            </a:r>
          </a:p>
          <a:p>
            <a:r>
              <a:rPr lang="pt-BR" dirty="0"/>
              <a:t>                -&gt; porta de saída do consumidor</a:t>
            </a:r>
          </a:p>
          <a:p>
            <a:r>
              <a:rPr lang="pt-BR" dirty="0"/>
              <a:t>                    -&gt; </a:t>
            </a:r>
            <a:r>
              <a:rPr lang="pt-BR" dirty="0" err="1"/>
              <a:t>adapter</a:t>
            </a:r>
            <a:r>
              <a:rPr lang="pt-BR" dirty="0"/>
              <a:t> / camada anticorrupção</a:t>
            </a:r>
          </a:p>
          <a:p>
            <a:r>
              <a:rPr lang="pt-BR" dirty="0"/>
              <a:t>                        -&gt; outro domínio</a:t>
            </a:r>
          </a:p>
        </p:txBody>
      </p:sp>
      <p:sp>
        <p:nvSpPr>
          <p:cNvPr id="36" name="CaixaDeTexto 35">
            <a:extLst>
              <a:ext uri="{FF2B5EF4-FFF2-40B4-BE49-F238E27FC236}">
                <a16:creationId xmlns:a16="http://schemas.microsoft.com/office/drawing/2014/main" id="{21BE2A65-5271-732C-41DA-F976F213E11A}"/>
              </a:ext>
            </a:extLst>
          </p:cNvPr>
          <p:cNvSpPr txBox="1"/>
          <p:nvPr/>
        </p:nvSpPr>
        <p:spPr>
          <a:xfrm>
            <a:off x="5900547" y="4035775"/>
            <a:ext cx="5638800" cy="2308324"/>
          </a:xfrm>
          <a:prstGeom prst="rect">
            <a:avLst/>
          </a:prstGeom>
          <a:noFill/>
        </p:spPr>
        <p:txBody>
          <a:bodyPr wrap="square">
            <a:spAutoFit/>
          </a:bodyPr>
          <a:lstStyle/>
          <a:p>
            <a:r>
              <a:rPr lang="pt-BR" dirty="0"/>
              <a:t>Quando existe um </a:t>
            </a:r>
            <a:r>
              <a:rPr lang="pt-BR" b="1" dirty="0"/>
              <a:t>orquestrador local </a:t>
            </a:r>
            <a:r>
              <a:rPr lang="pt-BR" dirty="0"/>
              <a:t>que coordena casos de uso, essa coordenação pertence a camada de aplicação. Ele permanece atras de sua própria porta de entrada, compõe capacidades do mesmo domínio por seus contratos de entrada e atravessa outro domínio somente por uma porta de saída do consumidor e uma camada anticorrupção. Ele não conhece Recurso, REST </a:t>
            </a:r>
            <a:r>
              <a:rPr lang="pt-BR" dirty="0" err="1"/>
              <a:t>Clients</a:t>
            </a:r>
            <a:r>
              <a:rPr lang="pt-BR" dirty="0"/>
              <a:t> ou </a:t>
            </a:r>
            <a:r>
              <a:rPr lang="pt-BR" dirty="0" err="1"/>
              <a:t>adapters</a:t>
            </a:r>
            <a:endParaRPr lang="pt-BR" dirty="0"/>
          </a:p>
        </p:txBody>
      </p:sp>
    </p:spTree>
    <p:extLst>
      <p:ext uri="{BB962C8B-B14F-4D97-AF65-F5344CB8AC3E}">
        <p14:creationId xmlns:p14="http://schemas.microsoft.com/office/powerpoint/2010/main" val="3951036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7DBA55F-E9EB-FFDE-9945-7C4DAF60E21F}"/>
            </a:ext>
          </a:extLst>
        </p:cNvPr>
        <p:cNvGrpSpPr/>
        <p:nvPr/>
      </p:nvGrpSpPr>
      <p:grpSpPr>
        <a:xfrm>
          <a:off x="0" y="0"/>
          <a:ext cx="0" cy="0"/>
          <a:chOff x="0" y="0"/>
          <a:chExt cx="0" cy="0"/>
        </a:xfrm>
      </p:grpSpPr>
      <p:sp>
        <p:nvSpPr>
          <p:cNvPr id="24" name="footer-4">
            <a:extLst>
              <a:ext uri="{FF2B5EF4-FFF2-40B4-BE49-F238E27FC236}">
                <a16:creationId xmlns:a16="http://schemas.microsoft.com/office/drawing/2014/main" id="{CD60CEC4-CD5F-2470-36AC-5984784B0D82}"/>
              </a:ext>
            </a:extLst>
          </p:cNvPr>
          <p:cNvSpPr>
            <a:spLocks noGrp="1"/>
          </p:cNvSpPr>
          <p:nvPr/>
        </p:nvSpPr>
        <p:spPr>
          <a:xfrm>
            <a:off x="11277600" y="6276975"/>
            <a:ext cx="523875" cy="238125"/>
          </a:xfrm>
          <a:prstGeom prst="rect">
            <a:avLst/>
          </a:prstGeom>
        </p:spPr>
        <p:txBody>
          <a:bodyPr wrap="square" lIns="0" tIns="0" rIns="0" bIns="0" anchor="b">
            <a:noAutofit/>
          </a:bodyPr>
          <a:lstStyle/>
          <a:p>
            <a:pPr algn="r">
              <a:defRPr sz="1000" b="0">
                <a:solidFill>
                  <a:srgbClr val="000000"/>
                </a:solidFill>
                <a:latin typeface="Arial"/>
                <a:ea typeface="Arial"/>
                <a:cs typeface="Arial"/>
              </a:defRPr>
            </a:pPr>
            <a:r>
              <a:rPr lang="pt-BR" dirty="0"/>
              <a:t>7</a:t>
            </a:r>
            <a:endParaRPr dirty="0"/>
          </a:p>
        </p:txBody>
      </p:sp>
      <p:sp>
        <p:nvSpPr>
          <p:cNvPr id="2" name="s4-title">
            <a:extLst>
              <a:ext uri="{FF2B5EF4-FFF2-40B4-BE49-F238E27FC236}">
                <a16:creationId xmlns:a16="http://schemas.microsoft.com/office/drawing/2014/main" id="{D55D7786-D990-0087-825B-822EFFFFA801}"/>
              </a:ext>
            </a:extLst>
          </p:cNvPr>
          <p:cNvSpPr>
            <a:spLocks noGrp="1"/>
          </p:cNvSpPr>
          <p:nvPr/>
        </p:nvSpPr>
        <p:spPr>
          <a:xfrm>
            <a:off x="457200" y="419100"/>
            <a:ext cx="11277600" cy="609600"/>
          </a:xfrm>
          <a:prstGeom prst="rect">
            <a:avLst/>
          </a:prstGeom>
        </p:spPr>
        <p:txBody>
          <a:bodyPr wrap="square" lIns="0" tIns="0" rIns="0" bIns="0" anchor="t">
            <a:noAutofit/>
          </a:bodyPr>
          <a:lstStyle/>
          <a:p>
            <a:pPr algn="l">
              <a:defRPr sz="3150" b="1">
                <a:solidFill>
                  <a:srgbClr val="000000"/>
                </a:solidFill>
                <a:latin typeface="Arial"/>
                <a:ea typeface="Arial"/>
                <a:cs typeface="Arial"/>
              </a:defRPr>
            </a:pPr>
            <a:r>
              <a:rPr lang="pt-BR" dirty="0"/>
              <a:t>Direção da dependência e papel do orquestrador</a:t>
            </a:r>
            <a:endParaRPr dirty="0"/>
          </a:p>
        </p:txBody>
      </p:sp>
      <p:sp>
        <p:nvSpPr>
          <p:cNvPr id="26" name="CaixaDeTexto 25">
            <a:extLst>
              <a:ext uri="{FF2B5EF4-FFF2-40B4-BE49-F238E27FC236}">
                <a16:creationId xmlns:a16="http://schemas.microsoft.com/office/drawing/2014/main" id="{50944A1B-D31B-F309-B2A9-68EA087660B4}"/>
              </a:ext>
            </a:extLst>
          </p:cNvPr>
          <p:cNvSpPr txBox="1"/>
          <p:nvPr/>
        </p:nvSpPr>
        <p:spPr>
          <a:xfrm>
            <a:off x="200787" y="1276356"/>
            <a:ext cx="11338560" cy="646331"/>
          </a:xfrm>
          <a:prstGeom prst="rect">
            <a:avLst/>
          </a:prstGeom>
          <a:noFill/>
        </p:spPr>
        <p:txBody>
          <a:bodyPr wrap="square">
            <a:spAutoFit/>
          </a:bodyPr>
          <a:lstStyle/>
          <a:p>
            <a:r>
              <a:rPr lang="pt-BR" dirty="0"/>
              <a:t>O papel arquitetural de um orquestrador depende da direção da interação; o nome "orquestrador" sozinho não determina sua camada.</a:t>
            </a:r>
          </a:p>
        </p:txBody>
      </p:sp>
      <p:sp>
        <p:nvSpPr>
          <p:cNvPr id="28" name="CaixaDeTexto 27">
            <a:extLst>
              <a:ext uri="{FF2B5EF4-FFF2-40B4-BE49-F238E27FC236}">
                <a16:creationId xmlns:a16="http://schemas.microsoft.com/office/drawing/2014/main" id="{00E48726-1BF8-0F13-0363-9A6703214B19}"/>
              </a:ext>
            </a:extLst>
          </p:cNvPr>
          <p:cNvSpPr txBox="1"/>
          <p:nvPr/>
        </p:nvSpPr>
        <p:spPr>
          <a:xfrm>
            <a:off x="261747" y="2230399"/>
            <a:ext cx="4683252" cy="1477328"/>
          </a:xfrm>
          <a:prstGeom prst="rect">
            <a:avLst/>
          </a:prstGeom>
          <a:noFill/>
        </p:spPr>
        <p:txBody>
          <a:bodyPr wrap="square">
            <a:spAutoFit/>
          </a:bodyPr>
          <a:lstStyle/>
          <a:p>
            <a:r>
              <a:rPr lang="pt-BR" b="1" dirty="0"/>
              <a:t>Agente externo</a:t>
            </a:r>
          </a:p>
          <a:p>
            <a:r>
              <a:rPr lang="pt-BR" dirty="0"/>
              <a:t>        -&gt; cliente MCP</a:t>
            </a:r>
          </a:p>
          <a:p>
            <a:r>
              <a:rPr lang="pt-BR" dirty="0"/>
              <a:t>            -&gt; </a:t>
            </a:r>
            <a:r>
              <a:rPr lang="pt-BR" dirty="0" err="1"/>
              <a:t>adapter</a:t>
            </a:r>
            <a:r>
              <a:rPr lang="pt-BR" dirty="0"/>
              <a:t> MCP de entrada (futuro)</a:t>
            </a:r>
          </a:p>
          <a:p>
            <a:r>
              <a:rPr lang="pt-BR" dirty="0"/>
              <a:t>                -&gt; porta de entrada existente</a:t>
            </a:r>
          </a:p>
          <a:p>
            <a:r>
              <a:rPr lang="pt-BR" dirty="0"/>
              <a:t>                    -&gt; aplicação</a:t>
            </a:r>
          </a:p>
        </p:txBody>
      </p:sp>
      <p:sp>
        <p:nvSpPr>
          <p:cNvPr id="30" name="CaixaDeTexto 29">
            <a:extLst>
              <a:ext uri="{FF2B5EF4-FFF2-40B4-BE49-F238E27FC236}">
                <a16:creationId xmlns:a16="http://schemas.microsoft.com/office/drawing/2014/main" id="{98800D2F-7045-D256-E505-BE72EA600667}"/>
              </a:ext>
            </a:extLst>
          </p:cNvPr>
          <p:cNvSpPr txBox="1"/>
          <p:nvPr/>
        </p:nvSpPr>
        <p:spPr>
          <a:xfrm>
            <a:off x="5900547" y="2230399"/>
            <a:ext cx="5638800" cy="1200329"/>
          </a:xfrm>
          <a:prstGeom prst="rect">
            <a:avLst/>
          </a:prstGeom>
          <a:noFill/>
        </p:spPr>
        <p:txBody>
          <a:bodyPr wrap="square">
            <a:spAutoFit/>
          </a:bodyPr>
          <a:lstStyle/>
          <a:p>
            <a:r>
              <a:rPr lang="pt-BR" dirty="0"/>
              <a:t>Quando um </a:t>
            </a:r>
            <a:r>
              <a:rPr lang="pt-BR" b="1" dirty="0"/>
              <a:t>agente externo</a:t>
            </a:r>
            <a:r>
              <a:rPr lang="pt-BR" dirty="0"/>
              <a:t> usa uma capacidade por MCP, ele também e um ator de entrada. Uma tool</a:t>
            </a:r>
          </a:p>
          <a:p>
            <a:r>
              <a:rPr lang="pt-BR" dirty="0"/>
              <a:t>MCP e publicada por um </a:t>
            </a:r>
            <a:r>
              <a:rPr lang="pt-BR" dirty="0" err="1"/>
              <a:t>adapter</a:t>
            </a:r>
            <a:r>
              <a:rPr lang="pt-BR" dirty="0"/>
              <a:t> próprio, que traduz seu contrato para a porta de entrada existente</a:t>
            </a:r>
          </a:p>
        </p:txBody>
      </p:sp>
      <p:sp>
        <p:nvSpPr>
          <p:cNvPr id="32" name="s4-rule-3">
            <a:extLst>
              <a:ext uri="{FF2B5EF4-FFF2-40B4-BE49-F238E27FC236}">
                <a16:creationId xmlns:a16="http://schemas.microsoft.com/office/drawing/2014/main" id="{E1936A0C-204B-DDE2-4426-E54CCAFCFF29}"/>
              </a:ext>
            </a:extLst>
          </p:cNvPr>
          <p:cNvSpPr>
            <a:spLocks noGrp="1"/>
          </p:cNvSpPr>
          <p:nvPr/>
        </p:nvSpPr>
        <p:spPr>
          <a:xfrm>
            <a:off x="261747" y="3654105"/>
            <a:ext cx="11277600" cy="14288"/>
          </a:xfrm>
          <a:prstGeom prst="rect">
            <a:avLst/>
          </a:prstGeom>
          <a:solidFill>
            <a:srgbClr val="C6CAD1"/>
          </a:solidFill>
        </p:spPr>
        <p:txBody>
          <a:bodyPr/>
          <a:lstStyle/>
          <a:p>
            <a:endParaRPr lang="en-US"/>
          </a:p>
        </p:txBody>
      </p:sp>
      <p:sp>
        <p:nvSpPr>
          <p:cNvPr id="34" name="CaixaDeTexto 33">
            <a:extLst>
              <a:ext uri="{FF2B5EF4-FFF2-40B4-BE49-F238E27FC236}">
                <a16:creationId xmlns:a16="http://schemas.microsoft.com/office/drawing/2014/main" id="{2B9F045E-4E88-27C1-2F3C-C1659E811EDF}"/>
              </a:ext>
            </a:extLst>
          </p:cNvPr>
          <p:cNvSpPr txBox="1"/>
          <p:nvPr/>
        </p:nvSpPr>
        <p:spPr>
          <a:xfrm>
            <a:off x="261747" y="4035775"/>
            <a:ext cx="5316093" cy="1200329"/>
          </a:xfrm>
          <a:prstGeom prst="rect">
            <a:avLst/>
          </a:prstGeom>
          <a:noFill/>
        </p:spPr>
        <p:txBody>
          <a:bodyPr wrap="square">
            <a:spAutoFit/>
          </a:bodyPr>
          <a:lstStyle/>
          <a:p>
            <a:r>
              <a:rPr lang="pt-BR" dirty="0"/>
              <a:t>Aplicação</a:t>
            </a:r>
          </a:p>
          <a:p>
            <a:r>
              <a:rPr lang="pt-BR" dirty="0"/>
              <a:t>    -&gt; porta de saída</a:t>
            </a:r>
          </a:p>
          <a:p>
            <a:r>
              <a:rPr lang="pt-BR" dirty="0"/>
              <a:t>        -&gt; </a:t>
            </a:r>
            <a:r>
              <a:rPr lang="pt-BR" dirty="0" err="1"/>
              <a:t>adapter</a:t>
            </a:r>
            <a:r>
              <a:rPr lang="pt-BR" dirty="0"/>
              <a:t> de saída</a:t>
            </a:r>
          </a:p>
          <a:p>
            <a:r>
              <a:rPr lang="pt-BR" dirty="0"/>
              <a:t>            -&gt; </a:t>
            </a:r>
            <a:r>
              <a:rPr lang="pt-BR" b="1" dirty="0"/>
              <a:t>orquestrador externo</a:t>
            </a:r>
          </a:p>
        </p:txBody>
      </p:sp>
      <p:sp>
        <p:nvSpPr>
          <p:cNvPr id="36" name="CaixaDeTexto 35">
            <a:extLst>
              <a:ext uri="{FF2B5EF4-FFF2-40B4-BE49-F238E27FC236}">
                <a16:creationId xmlns:a16="http://schemas.microsoft.com/office/drawing/2014/main" id="{B945A1EF-2A3C-9698-B468-31520048EA8B}"/>
              </a:ext>
            </a:extLst>
          </p:cNvPr>
          <p:cNvSpPr txBox="1"/>
          <p:nvPr/>
        </p:nvSpPr>
        <p:spPr>
          <a:xfrm>
            <a:off x="5900547" y="4035775"/>
            <a:ext cx="5638800" cy="923330"/>
          </a:xfrm>
          <a:prstGeom prst="rect">
            <a:avLst/>
          </a:prstGeom>
          <a:noFill/>
        </p:spPr>
        <p:txBody>
          <a:bodyPr wrap="square">
            <a:spAutoFit/>
          </a:bodyPr>
          <a:lstStyle/>
          <a:p>
            <a:r>
              <a:rPr lang="pt-BR" dirty="0"/>
              <a:t>Quando a aplicação precisa </a:t>
            </a:r>
            <a:r>
              <a:rPr lang="pt-BR" b="1" dirty="0"/>
              <a:t>acionar um orquestrador externo</a:t>
            </a:r>
            <a:r>
              <a:rPr lang="pt-BR" dirty="0"/>
              <a:t> como dependência, a interação pertence ao lado de saída</a:t>
            </a:r>
          </a:p>
        </p:txBody>
      </p:sp>
    </p:spTree>
    <p:extLst>
      <p:ext uri="{BB962C8B-B14F-4D97-AF65-F5344CB8AC3E}">
        <p14:creationId xmlns:p14="http://schemas.microsoft.com/office/powerpoint/2010/main" val="279901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3-arrow-rest">
            <a:extLst>
              <a:ext uri="{FF2B5EF4-FFF2-40B4-BE49-F238E27FC236}">
                <a16:creationId xmlns:a16="http://schemas.microsoft.com/office/drawing/2014/main" id="{4E0C4A9C-D457-4991-98C6-E6B116A88A87}"/>
              </a:ext>
            </a:extLst>
          </p:cNvPr>
          <p:cNvSpPr>
            <a:spLocks noGrp="1"/>
          </p:cNvSpPr>
          <p:nvPr/>
        </p:nvSpPr>
        <p:spPr>
          <a:xfrm>
            <a:off x="2428875" y="2390775"/>
            <a:ext cx="1104900" cy="266700"/>
          </a:xfrm>
          <a:prstGeom prst="rightArrow">
            <a:avLst/>
          </a:prstGeom>
          <a:solidFill>
            <a:srgbClr val="3D8DFF"/>
          </a:solidFill>
        </p:spPr>
        <p:txBody>
          <a:bodyPr/>
          <a:lstStyle/>
          <a:p>
            <a:endParaRPr lang="pt-BR"/>
          </a:p>
        </p:txBody>
      </p:sp>
      <p:sp>
        <p:nvSpPr>
          <p:cNvPr id="2" name="s3-arrow-mcp">
            <a:extLst>
              <a:ext uri="{FF2B5EF4-FFF2-40B4-BE49-F238E27FC236}">
                <a16:creationId xmlns:a16="http://schemas.microsoft.com/office/drawing/2014/main" id="{B90AF636-948B-4CEC-8015-E4FA2CFBBBD3}"/>
              </a:ext>
            </a:extLst>
          </p:cNvPr>
          <p:cNvSpPr>
            <a:spLocks noGrp="1"/>
          </p:cNvSpPr>
          <p:nvPr/>
        </p:nvSpPr>
        <p:spPr>
          <a:xfrm>
            <a:off x="2428875" y="3343275"/>
            <a:ext cx="1104900" cy="266700"/>
          </a:xfrm>
          <a:prstGeom prst="rightArrow">
            <a:avLst/>
          </a:prstGeom>
          <a:solidFill>
            <a:srgbClr val="3D8DFF"/>
          </a:solidFill>
        </p:spPr>
        <p:txBody>
          <a:bodyPr/>
          <a:lstStyle/>
          <a:p>
            <a:endParaRPr lang="pt-BR"/>
          </a:p>
        </p:txBody>
      </p:sp>
      <p:sp>
        <p:nvSpPr>
          <p:cNvPr id="3" name="s3-arrow-flow">
            <a:extLst>
              <a:ext uri="{FF2B5EF4-FFF2-40B4-BE49-F238E27FC236}">
                <a16:creationId xmlns:a16="http://schemas.microsoft.com/office/drawing/2014/main" id="{DB21E219-8876-494A-89FC-7A8C21FEFBD5}"/>
              </a:ext>
            </a:extLst>
          </p:cNvPr>
          <p:cNvSpPr>
            <a:spLocks noGrp="1"/>
          </p:cNvSpPr>
          <p:nvPr/>
        </p:nvSpPr>
        <p:spPr>
          <a:xfrm>
            <a:off x="2428875" y="4295775"/>
            <a:ext cx="1104900" cy="266700"/>
          </a:xfrm>
          <a:prstGeom prst="rightArrow">
            <a:avLst/>
          </a:prstGeom>
          <a:solidFill>
            <a:srgbClr val="3D8DFF"/>
          </a:solidFill>
        </p:spPr>
        <p:txBody>
          <a:bodyPr/>
          <a:lstStyle/>
          <a:p>
            <a:endParaRPr lang="pt-BR"/>
          </a:p>
        </p:txBody>
      </p:sp>
      <p:sp>
        <p:nvSpPr>
          <p:cNvPr id="4" name="s3-arrow-mtr">
            <a:extLst>
              <a:ext uri="{FF2B5EF4-FFF2-40B4-BE49-F238E27FC236}">
                <a16:creationId xmlns:a16="http://schemas.microsoft.com/office/drawing/2014/main" id="{D93D9472-3005-4510-A0B7-B80C328672B4}"/>
              </a:ext>
            </a:extLst>
          </p:cNvPr>
          <p:cNvSpPr>
            <a:spLocks noGrp="1"/>
          </p:cNvSpPr>
          <p:nvPr/>
        </p:nvSpPr>
        <p:spPr>
          <a:xfrm>
            <a:off x="8191500" y="2876550"/>
            <a:ext cx="1066800" cy="266700"/>
          </a:xfrm>
          <a:prstGeom prst="rightArrow">
            <a:avLst/>
          </a:prstGeom>
          <a:solidFill>
            <a:srgbClr val="3D8DFF"/>
          </a:solidFill>
        </p:spPr>
        <p:txBody>
          <a:bodyPr/>
          <a:lstStyle/>
          <a:p>
            <a:endParaRPr lang="pt-BR"/>
          </a:p>
        </p:txBody>
      </p:sp>
      <p:sp>
        <p:nvSpPr>
          <p:cNvPr id="5" name="s3-arrow-sim">
            <a:extLst>
              <a:ext uri="{FF2B5EF4-FFF2-40B4-BE49-F238E27FC236}">
                <a16:creationId xmlns:a16="http://schemas.microsoft.com/office/drawing/2014/main" id="{B5EF53C4-F007-4CC6-B1A3-2545149A4CCD}"/>
              </a:ext>
            </a:extLst>
          </p:cNvPr>
          <p:cNvSpPr>
            <a:spLocks noGrp="1"/>
          </p:cNvSpPr>
          <p:nvPr/>
        </p:nvSpPr>
        <p:spPr>
          <a:xfrm>
            <a:off x="8191500" y="4038600"/>
            <a:ext cx="1066800" cy="266700"/>
          </a:xfrm>
          <a:prstGeom prst="rightArrow">
            <a:avLst/>
          </a:prstGeom>
          <a:solidFill>
            <a:srgbClr val="3D8DFF"/>
          </a:solidFill>
        </p:spPr>
        <p:txBody>
          <a:bodyPr/>
          <a:lstStyle/>
          <a:p>
            <a:endParaRPr lang="pt-BR"/>
          </a:p>
        </p:txBody>
      </p:sp>
      <p:sp>
        <p:nvSpPr>
          <p:cNvPr id="6" name="s3-core">
            <a:extLst>
              <a:ext uri="{FF2B5EF4-FFF2-40B4-BE49-F238E27FC236}">
                <a16:creationId xmlns:a16="http://schemas.microsoft.com/office/drawing/2014/main" id="{01A148BE-7D71-452D-BF29-FE8721B7001D}"/>
              </a:ext>
            </a:extLst>
          </p:cNvPr>
          <p:cNvSpPr>
            <a:spLocks noGrp="1"/>
          </p:cNvSpPr>
          <p:nvPr/>
        </p:nvSpPr>
        <p:spPr>
          <a:xfrm>
            <a:off x="3695700" y="2190750"/>
            <a:ext cx="4229100" cy="2628900"/>
          </a:xfrm>
          <a:prstGeom prst="roundRect">
            <a:avLst>
              <a:gd name="adj" fmla="val 2899"/>
            </a:avLst>
          </a:prstGeom>
          <a:solidFill>
            <a:srgbClr val="000000"/>
          </a:solidFill>
        </p:spPr>
        <p:txBody>
          <a:bodyPr/>
          <a:lstStyle/>
          <a:p>
            <a:endParaRPr lang="pt-BR"/>
          </a:p>
        </p:txBody>
      </p:sp>
      <p:sp>
        <p:nvSpPr>
          <p:cNvPr id="7" name="footer-3">
            <a:extLst>
              <a:ext uri="{FF2B5EF4-FFF2-40B4-BE49-F238E27FC236}">
                <a16:creationId xmlns:a16="http://schemas.microsoft.com/office/drawing/2014/main" id="{2DCF9E7E-04E4-4576-AA3C-EB63E0693EC7}"/>
              </a:ext>
            </a:extLst>
          </p:cNvPr>
          <p:cNvSpPr>
            <a:spLocks noGrp="1"/>
          </p:cNvSpPr>
          <p:nvPr/>
        </p:nvSpPr>
        <p:spPr>
          <a:xfrm>
            <a:off x="11277600" y="6276975"/>
            <a:ext cx="523875" cy="238125"/>
          </a:xfrm>
          <a:prstGeom prst="rect">
            <a:avLst/>
          </a:prstGeom>
        </p:spPr>
        <p:txBody>
          <a:bodyPr wrap="square" lIns="0" tIns="0" rIns="0" bIns="0" anchor="b">
            <a:noAutofit/>
          </a:bodyPr>
          <a:lstStyle/>
          <a:p>
            <a:pPr algn="r">
              <a:defRPr sz="1000" b="0">
                <a:solidFill>
                  <a:srgbClr val="000000"/>
                </a:solidFill>
                <a:latin typeface="Arial"/>
                <a:ea typeface="Arial"/>
                <a:cs typeface="Arial"/>
              </a:defRPr>
            </a:pPr>
            <a:r>
              <a:rPr lang="pt-BR" dirty="0"/>
              <a:t>8</a:t>
            </a:r>
            <a:endParaRPr dirty="0"/>
          </a:p>
        </p:txBody>
      </p:sp>
      <p:sp>
        <p:nvSpPr>
          <p:cNvPr id="8" name="s3-title">
            <a:extLst>
              <a:ext uri="{FF2B5EF4-FFF2-40B4-BE49-F238E27FC236}">
                <a16:creationId xmlns:a16="http://schemas.microsoft.com/office/drawing/2014/main" id="{8991B31D-EDF1-40B6-886B-5301CAED20FF}"/>
              </a:ext>
            </a:extLst>
          </p:cNvPr>
          <p:cNvSpPr>
            <a:spLocks noGrp="1"/>
          </p:cNvSpPr>
          <p:nvPr/>
        </p:nvSpPr>
        <p:spPr>
          <a:xfrm>
            <a:off x="457200" y="419100"/>
            <a:ext cx="11277600" cy="609600"/>
          </a:xfrm>
          <a:prstGeom prst="rect">
            <a:avLst/>
          </a:prstGeom>
        </p:spPr>
        <p:txBody>
          <a:bodyPr wrap="square" lIns="0" tIns="0" rIns="0" bIns="0" anchor="t">
            <a:noAutofit/>
          </a:bodyPr>
          <a:lstStyle/>
          <a:p>
            <a:pPr algn="l">
              <a:defRPr sz="3150" b="1">
                <a:solidFill>
                  <a:srgbClr val="000000"/>
                </a:solidFill>
                <a:latin typeface="Arial"/>
                <a:ea typeface="Arial"/>
                <a:cs typeface="Arial"/>
              </a:defRPr>
            </a:pPr>
            <a:r>
              <a:t>No SIMTR Hub, entradas diferentes usam a mesma capacidade</a:t>
            </a:r>
          </a:p>
        </p:txBody>
      </p:sp>
      <p:sp>
        <p:nvSpPr>
          <p:cNvPr id="9" name="s3-in-eye">
            <a:extLst>
              <a:ext uri="{FF2B5EF4-FFF2-40B4-BE49-F238E27FC236}">
                <a16:creationId xmlns:a16="http://schemas.microsoft.com/office/drawing/2014/main" id="{3066A2DA-983E-4A1D-8791-5B5F6DB2A7F1}"/>
              </a:ext>
            </a:extLst>
          </p:cNvPr>
          <p:cNvSpPr>
            <a:spLocks noGrp="1"/>
          </p:cNvSpPr>
          <p:nvPr/>
        </p:nvSpPr>
        <p:spPr>
          <a:xfrm>
            <a:off x="457200" y="1695450"/>
            <a:ext cx="2095500" cy="247650"/>
          </a:xfrm>
          <a:prstGeom prst="rect">
            <a:avLst/>
          </a:prstGeom>
        </p:spPr>
        <p:txBody>
          <a:bodyPr wrap="square" lIns="0" tIns="0" rIns="0" bIns="0" anchor="t">
            <a:noAutofit/>
          </a:bodyPr>
          <a:lstStyle/>
          <a:p>
            <a:pPr algn="l">
              <a:defRPr sz="1125" b="1">
                <a:solidFill>
                  <a:srgbClr val="5D6470"/>
                </a:solidFill>
                <a:latin typeface="Arial"/>
                <a:ea typeface="Arial"/>
                <a:cs typeface="Arial"/>
              </a:defRPr>
            </a:pPr>
            <a:r>
              <a:t>ENTRADAS</a:t>
            </a:r>
          </a:p>
        </p:txBody>
      </p:sp>
      <p:sp>
        <p:nvSpPr>
          <p:cNvPr id="10" name="s3-rest">
            <a:extLst>
              <a:ext uri="{FF2B5EF4-FFF2-40B4-BE49-F238E27FC236}">
                <a16:creationId xmlns:a16="http://schemas.microsoft.com/office/drawing/2014/main" id="{1D606853-E822-46FE-AF7D-41CBB76F6C58}"/>
              </a:ext>
            </a:extLst>
          </p:cNvPr>
          <p:cNvSpPr>
            <a:spLocks noGrp="1"/>
          </p:cNvSpPr>
          <p:nvPr/>
        </p:nvSpPr>
        <p:spPr>
          <a:xfrm>
            <a:off x="647700" y="2295525"/>
            <a:ext cx="1524000" cy="381000"/>
          </a:xfrm>
          <a:prstGeom prst="rect">
            <a:avLst/>
          </a:prstGeom>
        </p:spPr>
        <p:txBody>
          <a:bodyPr wrap="square" lIns="0" tIns="0" rIns="0" bIns="0" anchor="t">
            <a:noAutofit/>
          </a:bodyPr>
          <a:lstStyle/>
          <a:p>
            <a:pPr algn="l">
              <a:defRPr sz="2025" b="1">
                <a:solidFill>
                  <a:srgbClr val="000000"/>
                </a:solidFill>
                <a:latin typeface="Arial"/>
                <a:ea typeface="Arial"/>
                <a:cs typeface="Arial"/>
              </a:defRPr>
            </a:pPr>
            <a:r>
              <a:t>REST</a:t>
            </a:r>
          </a:p>
        </p:txBody>
      </p:sp>
      <p:sp>
        <p:nvSpPr>
          <p:cNvPr id="11" name="s3-mcp">
            <a:extLst>
              <a:ext uri="{FF2B5EF4-FFF2-40B4-BE49-F238E27FC236}">
                <a16:creationId xmlns:a16="http://schemas.microsoft.com/office/drawing/2014/main" id="{9E3685CE-FA96-494F-8AB0-A65602462FCA}"/>
              </a:ext>
            </a:extLst>
          </p:cNvPr>
          <p:cNvSpPr>
            <a:spLocks noGrp="1"/>
          </p:cNvSpPr>
          <p:nvPr/>
        </p:nvSpPr>
        <p:spPr>
          <a:xfrm>
            <a:off x="647700" y="3248025"/>
            <a:ext cx="1524000" cy="381000"/>
          </a:xfrm>
          <a:prstGeom prst="rect">
            <a:avLst/>
          </a:prstGeom>
        </p:spPr>
        <p:txBody>
          <a:bodyPr wrap="square" lIns="0" tIns="0" rIns="0" bIns="0" anchor="t">
            <a:noAutofit/>
          </a:bodyPr>
          <a:lstStyle/>
          <a:p>
            <a:pPr algn="l">
              <a:defRPr sz="2025" b="1">
                <a:solidFill>
                  <a:srgbClr val="000000"/>
                </a:solidFill>
                <a:latin typeface="Arial"/>
                <a:ea typeface="Arial"/>
                <a:cs typeface="Arial"/>
              </a:defRPr>
            </a:pPr>
            <a:r>
              <a:t>MCP</a:t>
            </a:r>
          </a:p>
        </p:txBody>
      </p:sp>
      <p:sp>
        <p:nvSpPr>
          <p:cNvPr id="12" name="s3-flow">
            <a:extLst>
              <a:ext uri="{FF2B5EF4-FFF2-40B4-BE49-F238E27FC236}">
                <a16:creationId xmlns:a16="http://schemas.microsoft.com/office/drawing/2014/main" id="{8A30DF8E-8808-45C4-9E85-14B6C30AD6D5}"/>
              </a:ext>
            </a:extLst>
          </p:cNvPr>
          <p:cNvSpPr>
            <a:spLocks noGrp="1"/>
          </p:cNvSpPr>
          <p:nvPr/>
        </p:nvSpPr>
        <p:spPr>
          <a:xfrm>
            <a:off x="647700" y="4200525"/>
            <a:ext cx="1714500" cy="381000"/>
          </a:xfrm>
          <a:prstGeom prst="rect">
            <a:avLst/>
          </a:prstGeom>
        </p:spPr>
        <p:txBody>
          <a:bodyPr wrap="square" lIns="0" tIns="0" rIns="0" bIns="0" anchor="t">
            <a:noAutofit/>
          </a:bodyPr>
          <a:lstStyle/>
          <a:p>
            <a:pPr algn="l">
              <a:defRPr sz="1800" b="1">
                <a:solidFill>
                  <a:srgbClr val="000000"/>
                </a:solidFill>
                <a:latin typeface="Arial"/>
                <a:ea typeface="Arial"/>
                <a:cs typeface="Arial"/>
              </a:defRPr>
            </a:pPr>
            <a:r>
              <a:t>FLUXO LOCAL</a:t>
            </a:r>
          </a:p>
        </p:txBody>
      </p:sp>
      <p:sp>
        <p:nvSpPr>
          <p:cNvPr id="13" name="s3-core-eye">
            <a:extLst>
              <a:ext uri="{FF2B5EF4-FFF2-40B4-BE49-F238E27FC236}">
                <a16:creationId xmlns:a16="http://schemas.microsoft.com/office/drawing/2014/main" id="{D10FAEF1-39A5-4CF8-96BC-A9B81569C180}"/>
              </a:ext>
            </a:extLst>
          </p:cNvPr>
          <p:cNvSpPr>
            <a:spLocks noGrp="1"/>
          </p:cNvSpPr>
          <p:nvPr/>
        </p:nvSpPr>
        <p:spPr>
          <a:xfrm>
            <a:off x="3695700" y="2571750"/>
            <a:ext cx="4229100" cy="266700"/>
          </a:xfrm>
          <a:prstGeom prst="rect">
            <a:avLst/>
          </a:prstGeom>
        </p:spPr>
        <p:txBody>
          <a:bodyPr wrap="square" lIns="0" tIns="0" rIns="0" bIns="0" anchor="t">
            <a:noAutofit/>
          </a:bodyPr>
          <a:lstStyle/>
          <a:p>
            <a:pPr algn="ctr">
              <a:defRPr sz="1200" b="1">
                <a:solidFill>
                  <a:srgbClr val="3D8DFF"/>
                </a:solidFill>
                <a:latin typeface="Arial"/>
                <a:ea typeface="Arial"/>
                <a:cs typeface="Arial"/>
              </a:defRPr>
            </a:pPr>
            <a:r>
              <a:t>PORTA DE ENTRADA</a:t>
            </a:r>
          </a:p>
        </p:txBody>
      </p:sp>
      <p:sp>
        <p:nvSpPr>
          <p:cNvPr id="14" name="s3-core-title">
            <a:extLst>
              <a:ext uri="{FF2B5EF4-FFF2-40B4-BE49-F238E27FC236}">
                <a16:creationId xmlns:a16="http://schemas.microsoft.com/office/drawing/2014/main" id="{592BB3F2-1EDC-4AD8-953D-3211616D0FFF}"/>
              </a:ext>
            </a:extLst>
          </p:cNvPr>
          <p:cNvSpPr>
            <a:spLocks noGrp="1"/>
          </p:cNvSpPr>
          <p:nvPr/>
        </p:nvSpPr>
        <p:spPr>
          <a:xfrm>
            <a:off x="3695700" y="3133725"/>
            <a:ext cx="4229100" cy="476250"/>
          </a:xfrm>
          <a:prstGeom prst="rect">
            <a:avLst/>
          </a:prstGeom>
        </p:spPr>
        <p:txBody>
          <a:bodyPr wrap="square" lIns="0" tIns="0" rIns="0" bIns="0" anchor="t">
            <a:noAutofit/>
          </a:bodyPr>
          <a:lstStyle/>
          <a:p>
            <a:pPr algn="ctr">
              <a:defRPr sz="2700" b="1">
                <a:solidFill>
                  <a:srgbClr val="FFFFFF"/>
                </a:solidFill>
                <a:latin typeface="Arial"/>
                <a:ea typeface="Arial"/>
                <a:cs typeface="Arial"/>
              </a:defRPr>
            </a:pPr>
            <a:r>
              <a:t>CAPACIDADE</a:t>
            </a:r>
          </a:p>
        </p:txBody>
      </p:sp>
      <p:sp>
        <p:nvSpPr>
          <p:cNvPr id="15" name="s3-core-sub">
            <a:extLst>
              <a:ext uri="{FF2B5EF4-FFF2-40B4-BE49-F238E27FC236}">
                <a16:creationId xmlns:a16="http://schemas.microsoft.com/office/drawing/2014/main" id="{46E3F5AA-12BA-430B-BC85-C7E91B32194C}"/>
              </a:ext>
            </a:extLst>
          </p:cNvPr>
          <p:cNvSpPr>
            <a:spLocks noGrp="1"/>
          </p:cNvSpPr>
          <p:nvPr/>
        </p:nvSpPr>
        <p:spPr>
          <a:xfrm>
            <a:off x="3695700" y="3724275"/>
            <a:ext cx="4229100" cy="285750"/>
          </a:xfrm>
          <a:prstGeom prst="rect">
            <a:avLst/>
          </a:prstGeom>
        </p:spPr>
        <p:txBody>
          <a:bodyPr wrap="square" lIns="0" tIns="0" rIns="0" bIns="0" anchor="t">
            <a:noAutofit/>
          </a:bodyPr>
          <a:lstStyle/>
          <a:p>
            <a:pPr algn="ctr">
              <a:defRPr sz="1575" b="0">
                <a:solidFill>
                  <a:srgbClr val="FFFFFF"/>
                </a:solidFill>
                <a:latin typeface="Arial"/>
                <a:ea typeface="Arial"/>
                <a:cs typeface="Arial"/>
              </a:defRPr>
            </a:pPr>
            <a:r>
              <a:t>caso de uso atômico</a:t>
            </a:r>
          </a:p>
        </p:txBody>
      </p:sp>
      <p:sp>
        <p:nvSpPr>
          <p:cNvPr id="16" name="s3-out-eye">
            <a:extLst>
              <a:ext uri="{FF2B5EF4-FFF2-40B4-BE49-F238E27FC236}">
                <a16:creationId xmlns:a16="http://schemas.microsoft.com/office/drawing/2014/main" id="{03EB4F56-B661-4DED-A14A-5720E416BBE8}"/>
              </a:ext>
            </a:extLst>
          </p:cNvPr>
          <p:cNvSpPr>
            <a:spLocks noGrp="1"/>
          </p:cNvSpPr>
          <p:nvPr/>
        </p:nvSpPr>
        <p:spPr>
          <a:xfrm>
            <a:off x="9391650" y="2066925"/>
            <a:ext cx="2190750" cy="247650"/>
          </a:xfrm>
          <a:prstGeom prst="rect">
            <a:avLst/>
          </a:prstGeom>
        </p:spPr>
        <p:txBody>
          <a:bodyPr wrap="square" lIns="0" tIns="0" rIns="0" bIns="0" anchor="t">
            <a:noAutofit/>
          </a:bodyPr>
          <a:lstStyle/>
          <a:p>
            <a:pPr algn="ctr">
              <a:defRPr sz="1125" b="1">
                <a:solidFill>
                  <a:srgbClr val="5D6470"/>
                </a:solidFill>
                <a:latin typeface="Arial"/>
                <a:ea typeface="Arial"/>
                <a:cs typeface="Arial"/>
              </a:defRPr>
            </a:pPr>
            <a:r>
              <a:t>PORTA DE SAÍDA</a:t>
            </a:r>
          </a:p>
        </p:txBody>
      </p:sp>
      <p:sp>
        <p:nvSpPr>
          <p:cNvPr id="17" name="s3-mtr">
            <a:extLst>
              <a:ext uri="{FF2B5EF4-FFF2-40B4-BE49-F238E27FC236}">
                <a16:creationId xmlns:a16="http://schemas.microsoft.com/office/drawing/2014/main" id="{4CD03FED-B65F-4056-B53B-0D5E89AD8E6E}"/>
              </a:ext>
            </a:extLst>
          </p:cNvPr>
          <p:cNvSpPr>
            <a:spLocks noGrp="1"/>
          </p:cNvSpPr>
          <p:nvPr/>
        </p:nvSpPr>
        <p:spPr>
          <a:xfrm>
            <a:off x="9391650" y="2771775"/>
            <a:ext cx="2190750" cy="400050"/>
          </a:xfrm>
          <a:prstGeom prst="rect">
            <a:avLst/>
          </a:prstGeom>
        </p:spPr>
        <p:txBody>
          <a:bodyPr wrap="square" lIns="0" tIns="0" rIns="0" bIns="0" anchor="t">
            <a:noAutofit/>
          </a:bodyPr>
          <a:lstStyle/>
          <a:p>
            <a:pPr algn="ctr">
              <a:defRPr sz="2175" b="1">
                <a:solidFill>
                  <a:srgbClr val="000000"/>
                </a:solidFill>
                <a:latin typeface="Arial"/>
                <a:ea typeface="Arial"/>
                <a:cs typeface="Arial"/>
              </a:defRPr>
            </a:pPr>
            <a:r>
              <a:t>MTR</a:t>
            </a:r>
          </a:p>
        </p:txBody>
      </p:sp>
      <p:sp>
        <p:nvSpPr>
          <p:cNvPr id="18" name="s3-sim">
            <a:extLst>
              <a:ext uri="{FF2B5EF4-FFF2-40B4-BE49-F238E27FC236}">
                <a16:creationId xmlns:a16="http://schemas.microsoft.com/office/drawing/2014/main" id="{6AE252A8-D69E-4280-B072-DD781A9928CB}"/>
              </a:ext>
            </a:extLst>
          </p:cNvPr>
          <p:cNvSpPr>
            <a:spLocks noGrp="1"/>
          </p:cNvSpPr>
          <p:nvPr/>
        </p:nvSpPr>
        <p:spPr>
          <a:xfrm>
            <a:off x="9391650" y="3933825"/>
            <a:ext cx="2190750" cy="400050"/>
          </a:xfrm>
          <a:prstGeom prst="rect">
            <a:avLst/>
          </a:prstGeom>
        </p:spPr>
        <p:txBody>
          <a:bodyPr wrap="square" lIns="0" tIns="0" rIns="0" bIns="0" anchor="t">
            <a:noAutofit/>
          </a:bodyPr>
          <a:lstStyle/>
          <a:p>
            <a:pPr algn="ctr">
              <a:defRPr sz="1875" b="1">
                <a:solidFill>
                  <a:srgbClr val="000000"/>
                </a:solidFill>
                <a:latin typeface="Arial"/>
                <a:ea typeface="Arial"/>
                <a:cs typeface="Arial"/>
              </a:defRPr>
            </a:pPr>
            <a:r>
              <a:t>SIMULADOR</a:t>
            </a:r>
          </a:p>
        </p:txBody>
      </p:sp>
      <p:sp>
        <p:nvSpPr>
          <p:cNvPr id="19" name="s3-domains">
            <a:extLst>
              <a:ext uri="{FF2B5EF4-FFF2-40B4-BE49-F238E27FC236}">
                <a16:creationId xmlns:a16="http://schemas.microsoft.com/office/drawing/2014/main" id="{AAC9B6B9-DCFE-4AE8-B0C3-027B0A7698A9}"/>
              </a:ext>
            </a:extLst>
          </p:cNvPr>
          <p:cNvSpPr>
            <a:spLocks noGrp="1"/>
          </p:cNvSpPr>
          <p:nvPr/>
        </p:nvSpPr>
        <p:spPr>
          <a:xfrm>
            <a:off x="457200" y="5753100"/>
            <a:ext cx="11277600" cy="266700"/>
          </a:xfrm>
          <a:prstGeom prst="rect">
            <a:avLst/>
          </a:prstGeom>
        </p:spPr>
        <p:txBody>
          <a:bodyPr wrap="square" lIns="0" tIns="0" rIns="0" bIns="0" anchor="t">
            <a:noAutofit/>
          </a:bodyPr>
          <a:lstStyle/>
          <a:p>
            <a:pPr algn="ctr">
              <a:defRPr sz="1275" b="0">
                <a:solidFill>
                  <a:srgbClr val="5D6470"/>
                </a:solidFill>
                <a:latin typeface="Arial"/>
                <a:ea typeface="Arial"/>
                <a:cs typeface="Arial"/>
              </a:defRPr>
            </a:pPr>
            <a:r>
              <a:t>Árvore documental  ·  Conformidade  ·  Dossiê produto  ·  Gestão de documento</a:t>
            </a:r>
          </a:p>
        </p:txBody>
      </p:sp>
    </p:spTree>
    <p:extLst>
      <p:ext uri="{BB962C8B-B14F-4D97-AF65-F5344CB8AC3E}">
        <p14:creationId xmlns:p14="http://schemas.microsoft.com/office/powerpoint/2010/main" val="2089129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5-left-panel">
            <a:extLst>
              <a:ext uri="{FF2B5EF4-FFF2-40B4-BE49-F238E27FC236}">
                <a16:creationId xmlns:a16="http://schemas.microsoft.com/office/drawing/2014/main" id="{734F8277-2FB7-4AA6-96D5-B0DCF9D187E8}"/>
              </a:ext>
            </a:extLst>
          </p:cNvPr>
          <p:cNvSpPr>
            <a:spLocks noGrp="1"/>
          </p:cNvSpPr>
          <p:nvPr/>
        </p:nvSpPr>
        <p:spPr>
          <a:xfrm>
            <a:off x="390525" y="1828800"/>
            <a:ext cx="5314950" cy="3143250"/>
          </a:xfrm>
          <a:prstGeom prst="rect">
            <a:avLst/>
          </a:prstGeom>
          <a:solidFill>
            <a:srgbClr val="F3F4F6"/>
          </a:solidFill>
        </p:spPr>
        <p:txBody>
          <a:bodyPr/>
          <a:lstStyle/>
          <a:p>
            <a:endParaRPr lang="en-US"/>
          </a:p>
        </p:txBody>
      </p:sp>
      <p:sp>
        <p:nvSpPr>
          <p:cNvPr id="2" name="s5-right-panel">
            <a:extLst>
              <a:ext uri="{FF2B5EF4-FFF2-40B4-BE49-F238E27FC236}">
                <a16:creationId xmlns:a16="http://schemas.microsoft.com/office/drawing/2014/main" id="{523063B5-4FD8-4BE7-92D4-74D6BA886585}"/>
              </a:ext>
            </a:extLst>
          </p:cNvPr>
          <p:cNvSpPr>
            <a:spLocks noGrp="1"/>
          </p:cNvSpPr>
          <p:nvPr/>
        </p:nvSpPr>
        <p:spPr>
          <a:xfrm>
            <a:off x="6096000" y="1828800"/>
            <a:ext cx="5705475" cy="3143250"/>
          </a:xfrm>
          <a:prstGeom prst="rect">
            <a:avLst/>
          </a:prstGeom>
          <a:solidFill>
            <a:srgbClr val="ECECEC"/>
          </a:solidFill>
        </p:spPr>
        <p:txBody>
          <a:bodyPr/>
          <a:lstStyle/>
          <a:p>
            <a:endParaRPr lang="en-US"/>
          </a:p>
        </p:txBody>
      </p:sp>
      <p:sp>
        <p:nvSpPr>
          <p:cNvPr id="3" name="s5-left-accent">
            <a:extLst>
              <a:ext uri="{FF2B5EF4-FFF2-40B4-BE49-F238E27FC236}">
                <a16:creationId xmlns:a16="http://schemas.microsoft.com/office/drawing/2014/main" id="{61BFAF41-04D8-44A8-875D-1A01B060DD89}"/>
              </a:ext>
            </a:extLst>
          </p:cNvPr>
          <p:cNvSpPr>
            <a:spLocks noGrp="1"/>
          </p:cNvSpPr>
          <p:nvPr/>
        </p:nvSpPr>
        <p:spPr>
          <a:xfrm>
            <a:off x="390525" y="1828800"/>
            <a:ext cx="95250" cy="3143250"/>
          </a:xfrm>
          <a:prstGeom prst="rect">
            <a:avLst/>
          </a:prstGeom>
          <a:solidFill>
            <a:srgbClr val="3D8DFF"/>
          </a:solidFill>
        </p:spPr>
        <p:txBody>
          <a:bodyPr/>
          <a:lstStyle/>
          <a:p>
            <a:endParaRPr lang="en-US"/>
          </a:p>
        </p:txBody>
      </p:sp>
      <p:sp>
        <p:nvSpPr>
          <p:cNvPr id="4" name="s5-takeaway-band">
            <a:extLst>
              <a:ext uri="{FF2B5EF4-FFF2-40B4-BE49-F238E27FC236}">
                <a16:creationId xmlns:a16="http://schemas.microsoft.com/office/drawing/2014/main" id="{8DD70FE8-870C-449B-85C8-E329FA2D26A3}"/>
              </a:ext>
            </a:extLst>
          </p:cNvPr>
          <p:cNvSpPr>
            <a:spLocks noGrp="1"/>
          </p:cNvSpPr>
          <p:nvPr/>
        </p:nvSpPr>
        <p:spPr>
          <a:xfrm>
            <a:off x="390525" y="5219700"/>
            <a:ext cx="11410950" cy="1000125"/>
          </a:xfrm>
          <a:prstGeom prst="rect">
            <a:avLst/>
          </a:prstGeom>
          <a:solidFill>
            <a:srgbClr val="3D8DFF"/>
          </a:solidFill>
        </p:spPr>
        <p:txBody>
          <a:bodyPr/>
          <a:lstStyle/>
          <a:p>
            <a:endParaRPr lang="en-US"/>
          </a:p>
        </p:txBody>
      </p:sp>
      <p:sp>
        <p:nvSpPr>
          <p:cNvPr id="5" name="footer-5">
            <a:extLst>
              <a:ext uri="{FF2B5EF4-FFF2-40B4-BE49-F238E27FC236}">
                <a16:creationId xmlns:a16="http://schemas.microsoft.com/office/drawing/2014/main" id="{B620C17D-C763-4BF0-97D0-C0198CB68DE4}"/>
              </a:ext>
            </a:extLst>
          </p:cNvPr>
          <p:cNvSpPr>
            <a:spLocks noGrp="1"/>
          </p:cNvSpPr>
          <p:nvPr/>
        </p:nvSpPr>
        <p:spPr>
          <a:xfrm>
            <a:off x="11277600" y="6276975"/>
            <a:ext cx="523875" cy="238125"/>
          </a:xfrm>
          <a:prstGeom prst="rect">
            <a:avLst/>
          </a:prstGeom>
        </p:spPr>
        <p:txBody>
          <a:bodyPr wrap="square" lIns="0" tIns="0" rIns="0" bIns="0" anchor="b">
            <a:noAutofit/>
          </a:bodyPr>
          <a:lstStyle/>
          <a:p>
            <a:pPr algn="r">
              <a:defRPr sz="1000" b="0">
                <a:solidFill>
                  <a:srgbClr val="000000"/>
                </a:solidFill>
                <a:latin typeface="Arial"/>
                <a:ea typeface="Arial"/>
                <a:cs typeface="Arial"/>
              </a:defRPr>
            </a:pPr>
            <a:r>
              <a:rPr lang="pt-BR" dirty="0"/>
              <a:t>9</a:t>
            </a:r>
            <a:endParaRPr dirty="0"/>
          </a:p>
        </p:txBody>
      </p:sp>
      <p:sp>
        <p:nvSpPr>
          <p:cNvPr id="6" name="s5-title">
            <a:extLst>
              <a:ext uri="{FF2B5EF4-FFF2-40B4-BE49-F238E27FC236}">
                <a16:creationId xmlns:a16="http://schemas.microsoft.com/office/drawing/2014/main" id="{91AB619B-53EA-42BB-AC93-A040D09E81D5}"/>
              </a:ext>
            </a:extLst>
          </p:cNvPr>
          <p:cNvSpPr>
            <a:spLocks noGrp="1"/>
          </p:cNvSpPr>
          <p:nvPr/>
        </p:nvSpPr>
        <p:spPr>
          <a:xfrm>
            <a:off x="390525" y="342900"/>
            <a:ext cx="11410950" cy="904875"/>
          </a:xfrm>
          <a:prstGeom prst="rect">
            <a:avLst/>
          </a:prstGeom>
        </p:spPr>
        <p:txBody>
          <a:bodyPr wrap="square" lIns="0" tIns="0" rIns="0" bIns="0" anchor="t">
            <a:noAutofit/>
          </a:bodyPr>
          <a:lstStyle/>
          <a:p>
            <a:pPr algn="l">
              <a:defRPr sz="2900" b="1">
                <a:solidFill>
                  <a:srgbClr val="000000"/>
                </a:solidFill>
                <a:latin typeface="Arial"/>
                <a:ea typeface="Arial"/>
                <a:cs typeface="Arial"/>
              </a:defRPr>
            </a:pPr>
            <a:r>
              <a:t>Hexagonal organiza o serviço — não o sistema distribuído</a:t>
            </a:r>
          </a:p>
        </p:txBody>
      </p:sp>
      <p:sp>
        <p:nvSpPr>
          <p:cNvPr id="7" name="s5-left-eye">
            <a:extLst>
              <a:ext uri="{FF2B5EF4-FFF2-40B4-BE49-F238E27FC236}">
                <a16:creationId xmlns:a16="http://schemas.microsoft.com/office/drawing/2014/main" id="{3A270E88-CECB-43B7-9C49-6786F54104C2}"/>
              </a:ext>
            </a:extLst>
          </p:cNvPr>
          <p:cNvSpPr>
            <a:spLocks noGrp="1"/>
          </p:cNvSpPr>
          <p:nvPr/>
        </p:nvSpPr>
        <p:spPr>
          <a:xfrm>
            <a:off x="723900" y="2133600"/>
            <a:ext cx="4572000" cy="247650"/>
          </a:xfrm>
          <a:prstGeom prst="rect">
            <a:avLst/>
          </a:prstGeom>
        </p:spPr>
        <p:txBody>
          <a:bodyPr wrap="square" lIns="0" tIns="0" rIns="0" bIns="0" anchor="t">
            <a:noAutofit/>
          </a:bodyPr>
          <a:lstStyle/>
          <a:p>
            <a:pPr algn="l">
              <a:defRPr sz="1200" b="1">
                <a:solidFill>
                  <a:srgbClr val="3D8DFF"/>
                </a:solidFill>
                <a:latin typeface="Arial"/>
                <a:ea typeface="Arial"/>
                <a:cs typeface="Arial"/>
              </a:defRPr>
            </a:pPr>
            <a:r>
              <a:t>ORGANIZA</a:t>
            </a:r>
          </a:p>
        </p:txBody>
      </p:sp>
      <p:sp>
        <p:nvSpPr>
          <p:cNvPr id="8" name="s5-left-title">
            <a:extLst>
              <a:ext uri="{FF2B5EF4-FFF2-40B4-BE49-F238E27FC236}">
                <a16:creationId xmlns:a16="http://schemas.microsoft.com/office/drawing/2014/main" id="{0220F347-4B2D-45B3-8CDC-C89DBAD93C0B}"/>
              </a:ext>
            </a:extLst>
          </p:cNvPr>
          <p:cNvSpPr>
            <a:spLocks noGrp="1"/>
          </p:cNvSpPr>
          <p:nvPr/>
        </p:nvSpPr>
        <p:spPr>
          <a:xfrm>
            <a:off x="723900" y="2533650"/>
            <a:ext cx="4572000" cy="361950"/>
          </a:xfrm>
          <a:prstGeom prst="rect">
            <a:avLst/>
          </a:prstGeom>
        </p:spPr>
        <p:txBody>
          <a:bodyPr wrap="square" lIns="0" tIns="0" rIns="0" bIns="0" anchor="t">
            <a:noAutofit/>
          </a:bodyPr>
          <a:lstStyle/>
          <a:p>
            <a:pPr algn="l">
              <a:defRPr sz="2025" b="1">
                <a:solidFill>
                  <a:srgbClr val="000000"/>
                </a:solidFill>
                <a:latin typeface="Arial"/>
                <a:ea typeface="Arial"/>
                <a:cs typeface="Arial"/>
              </a:defRPr>
            </a:pPr>
            <a:r>
              <a:t>Dentro de um serviço</a:t>
            </a:r>
          </a:p>
        </p:txBody>
      </p:sp>
      <p:sp>
        <p:nvSpPr>
          <p:cNvPr id="9" name="s5-left-body">
            <a:extLst>
              <a:ext uri="{FF2B5EF4-FFF2-40B4-BE49-F238E27FC236}">
                <a16:creationId xmlns:a16="http://schemas.microsoft.com/office/drawing/2014/main" id="{5BC214A7-949F-4A46-8C55-D148D422F9EE}"/>
              </a:ext>
            </a:extLst>
          </p:cNvPr>
          <p:cNvSpPr>
            <a:spLocks noGrp="1"/>
          </p:cNvSpPr>
          <p:nvPr/>
        </p:nvSpPr>
        <p:spPr>
          <a:xfrm>
            <a:off x="723900" y="3143250"/>
            <a:ext cx="4476750" cy="1638300"/>
          </a:xfrm>
          <a:prstGeom prst="rect">
            <a:avLst/>
          </a:prstGeom>
        </p:spPr>
        <p:txBody>
          <a:bodyPr wrap="square" lIns="0" tIns="0" rIns="0" bIns="0" anchor="t">
            <a:noAutofit/>
          </a:bodyPr>
          <a:lstStyle/>
          <a:p>
            <a:pPr algn="l">
              <a:defRPr sz="1463" b="0">
                <a:solidFill>
                  <a:srgbClr val="5D6470"/>
                </a:solidFill>
                <a:latin typeface="Arial"/>
                <a:ea typeface="Arial"/>
                <a:cs typeface="Arial"/>
              </a:defRPr>
            </a:pPr>
            <a:r>
              <a:t>• responsabilidades e fronteiras internas
• direção das dependências
• contratos entre núcleo e bordas</a:t>
            </a:r>
          </a:p>
        </p:txBody>
      </p:sp>
      <p:sp>
        <p:nvSpPr>
          <p:cNvPr id="10" name="s5-right-eye">
            <a:extLst>
              <a:ext uri="{FF2B5EF4-FFF2-40B4-BE49-F238E27FC236}">
                <a16:creationId xmlns:a16="http://schemas.microsoft.com/office/drawing/2014/main" id="{9452FEC3-8625-4ED7-A434-7C9E69E4AA55}"/>
              </a:ext>
            </a:extLst>
          </p:cNvPr>
          <p:cNvSpPr>
            <a:spLocks noGrp="1"/>
          </p:cNvSpPr>
          <p:nvPr/>
        </p:nvSpPr>
        <p:spPr>
          <a:xfrm>
            <a:off x="6438900" y="2133600"/>
            <a:ext cx="4762500" cy="247650"/>
          </a:xfrm>
          <a:prstGeom prst="rect">
            <a:avLst/>
          </a:prstGeom>
        </p:spPr>
        <p:txBody>
          <a:bodyPr wrap="square" lIns="0" tIns="0" rIns="0" bIns="0" anchor="t">
            <a:noAutofit/>
          </a:bodyPr>
          <a:lstStyle/>
          <a:p>
            <a:pPr algn="l">
              <a:defRPr sz="1200" b="1">
                <a:solidFill>
                  <a:srgbClr val="000000"/>
                </a:solidFill>
                <a:latin typeface="Arial"/>
                <a:ea typeface="Arial"/>
                <a:cs typeface="Arial"/>
              </a:defRPr>
            </a:pPr>
            <a:r>
              <a:t>NÃO DECIDE</a:t>
            </a:r>
          </a:p>
        </p:txBody>
      </p:sp>
      <p:sp>
        <p:nvSpPr>
          <p:cNvPr id="11" name="s5-right-title">
            <a:extLst>
              <a:ext uri="{FF2B5EF4-FFF2-40B4-BE49-F238E27FC236}">
                <a16:creationId xmlns:a16="http://schemas.microsoft.com/office/drawing/2014/main" id="{74766AFA-F5C0-40C1-9F22-B1A4A23310FA}"/>
              </a:ext>
            </a:extLst>
          </p:cNvPr>
          <p:cNvSpPr>
            <a:spLocks noGrp="1"/>
          </p:cNvSpPr>
          <p:nvPr/>
        </p:nvSpPr>
        <p:spPr>
          <a:xfrm>
            <a:off x="6438900" y="2533650"/>
            <a:ext cx="4762500" cy="361950"/>
          </a:xfrm>
          <a:prstGeom prst="rect">
            <a:avLst/>
          </a:prstGeom>
        </p:spPr>
        <p:txBody>
          <a:bodyPr wrap="square" lIns="0" tIns="0" rIns="0" bIns="0" anchor="t">
            <a:noAutofit/>
          </a:bodyPr>
          <a:lstStyle/>
          <a:p>
            <a:pPr algn="l">
              <a:defRPr sz="2025" b="1">
                <a:solidFill>
                  <a:srgbClr val="000000"/>
                </a:solidFill>
                <a:latin typeface="Arial"/>
                <a:ea typeface="Arial"/>
                <a:cs typeface="Arial"/>
              </a:defRPr>
            </a:pPr>
            <a:r>
              <a:t>Entre múltiplos serviços</a:t>
            </a:r>
          </a:p>
        </p:txBody>
      </p:sp>
      <p:sp>
        <p:nvSpPr>
          <p:cNvPr id="12" name="s5-right-body">
            <a:extLst>
              <a:ext uri="{FF2B5EF4-FFF2-40B4-BE49-F238E27FC236}">
                <a16:creationId xmlns:a16="http://schemas.microsoft.com/office/drawing/2014/main" id="{671D0DE3-F7F3-4ECC-BFAB-9C3729C892DD}"/>
              </a:ext>
            </a:extLst>
          </p:cNvPr>
          <p:cNvSpPr>
            <a:spLocks noGrp="1"/>
          </p:cNvSpPr>
          <p:nvPr/>
        </p:nvSpPr>
        <p:spPr>
          <a:xfrm>
            <a:off x="6438900" y="3143250"/>
            <a:ext cx="4762500" cy="1638300"/>
          </a:xfrm>
          <a:prstGeom prst="rect">
            <a:avLst/>
          </a:prstGeom>
        </p:spPr>
        <p:txBody>
          <a:bodyPr wrap="square" lIns="0" tIns="0" rIns="0" bIns="0" anchor="t">
            <a:noAutofit/>
          </a:bodyPr>
          <a:lstStyle/>
          <a:p>
            <a:pPr algn="l">
              <a:defRPr sz="1463" b="0">
                <a:solidFill>
                  <a:srgbClr val="5D6470"/>
                </a:solidFill>
                <a:latin typeface="Arial"/>
                <a:ea typeface="Arial"/>
                <a:cs typeface="Arial"/>
              </a:defRPr>
            </a:pPr>
            <a:r>
              <a:t>• quantos serviços existirão
• REST, mensageria ou outro mecanismo
• consistência, operação e topologia</a:t>
            </a:r>
          </a:p>
        </p:txBody>
      </p:sp>
      <p:sp>
        <p:nvSpPr>
          <p:cNvPr id="13" name="s5-takeaway">
            <a:extLst>
              <a:ext uri="{FF2B5EF4-FFF2-40B4-BE49-F238E27FC236}">
                <a16:creationId xmlns:a16="http://schemas.microsoft.com/office/drawing/2014/main" id="{77DAC4B9-9096-4A6D-AA54-9504B3EE178D}"/>
              </a:ext>
            </a:extLst>
          </p:cNvPr>
          <p:cNvSpPr>
            <a:spLocks noGrp="1"/>
          </p:cNvSpPr>
          <p:nvPr/>
        </p:nvSpPr>
        <p:spPr>
          <a:xfrm>
            <a:off x="685800" y="5391150"/>
            <a:ext cx="10820400" cy="323850"/>
          </a:xfrm>
          <a:prstGeom prst="rect">
            <a:avLst/>
          </a:prstGeom>
        </p:spPr>
        <p:txBody>
          <a:bodyPr wrap="square" lIns="0" tIns="0" rIns="0" bIns="0" anchor="t">
            <a:noAutofit/>
          </a:bodyPr>
          <a:lstStyle/>
          <a:p>
            <a:pPr algn="ctr">
              <a:defRPr sz="1650" b="1">
                <a:solidFill>
                  <a:srgbClr val="FFFFFF"/>
                </a:solidFill>
                <a:latin typeface="Arial"/>
                <a:ea typeface="Arial"/>
                <a:cs typeface="Arial"/>
              </a:defRPr>
            </a:pPr>
            <a:r>
              <a:rPr lang="pt-BR" noProof="0" dirty="0"/>
              <a:t>DDD define limites de negócio; a arquitetura distribuída define a colaboração entre serviços.</a:t>
            </a:r>
          </a:p>
        </p:txBody>
      </p:sp>
      <p:sp>
        <p:nvSpPr>
          <p:cNvPr id="14" name="s5-evolution-note">
            <a:extLst>
              <a:ext uri="{FF2B5EF4-FFF2-40B4-BE49-F238E27FC236}">
                <a16:creationId xmlns:a16="http://schemas.microsoft.com/office/drawing/2014/main" id="{294838D7-7069-445C-8217-F70E84A74CDE}"/>
              </a:ext>
            </a:extLst>
          </p:cNvPr>
          <p:cNvSpPr>
            <a:spLocks noGrp="1"/>
          </p:cNvSpPr>
          <p:nvPr/>
        </p:nvSpPr>
        <p:spPr>
          <a:xfrm>
            <a:off x="685800" y="5791200"/>
            <a:ext cx="10287000" cy="228600"/>
          </a:xfrm>
          <a:prstGeom prst="rect">
            <a:avLst/>
          </a:prstGeom>
        </p:spPr>
        <p:txBody>
          <a:bodyPr wrap="square" lIns="0" tIns="0" rIns="0" bIns="0" anchor="t">
            <a:noAutofit/>
          </a:bodyPr>
          <a:lstStyle/>
          <a:p>
            <a:pPr algn="ctr">
              <a:defRPr sz="1275" b="0">
                <a:solidFill>
                  <a:srgbClr val="FFFFFF"/>
                </a:solidFill>
                <a:latin typeface="Arial"/>
                <a:ea typeface="Arial"/>
                <a:cs typeface="Arial"/>
              </a:defRPr>
            </a:pPr>
            <a:r>
              <a:rPr lang="pt-BR" noProof="0" dirty="0"/>
              <a:t>Limites claros preparam a evolução gradual do módulo para serviços separados.</a:t>
            </a:r>
          </a:p>
        </p:txBody>
      </p:sp>
    </p:spTree>
    <p:extLst>
      <p:ext uri="{BB962C8B-B14F-4D97-AF65-F5344CB8AC3E}">
        <p14:creationId xmlns:p14="http://schemas.microsoft.com/office/powerpoint/2010/main" val="577108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5-left-surface">
            <a:extLst>
              <a:ext uri="{FF2B5EF4-FFF2-40B4-BE49-F238E27FC236}">
                <a16:creationId xmlns:a16="http://schemas.microsoft.com/office/drawing/2014/main" id="{CBFB5360-F13F-45D6-906C-CBB04DF67A72}"/>
              </a:ext>
            </a:extLst>
          </p:cNvPr>
          <p:cNvSpPr>
            <a:spLocks noGrp="1"/>
          </p:cNvSpPr>
          <p:nvPr/>
        </p:nvSpPr>
        <p:spPr>
          <a:xfrm>
            <a:off x="457200" y="2076450"/>
            <a:ext cx="4762500" cy="2571750"/>
          </a:xfrm>
          <a:prstGeom prst="roundRect">
            <a:avLst>
              <a:gd name="adj" fmla="val 2963"/>
            </a:avLst>
          </a:prstGeom>
          <a:solidFill>
            <a:srgbClr val="000000"/>
          </a:solidFill>
        </p:spPr>
        <p:txBody>
          <a:bodyPr/>
          <a:lstStyle/>
          <a:p>
            <a:endParaRPr lang="en-US"/>
          </a:p>
        </p:txBody>
      </p:sp>
      <p:sp>
        <p:nvSpPr>
          <p:cNvPr id="2" name="s5-arrow">
            <a:extLst>
              <a:ext uri="{FF2B5EF4-FFF2-40B4-BE49-F238E27FC236}">
                <a16:creationId xmlns:a16="http://schemas.microsoft.com/office/drawing/2014/main" id="{D7D6BE1C-23E1-4D33-AB79-E28EA262349E}"/>
              </a:ext>
            </a:extLst>
          </p:cNvPr>
          <p:cNvSpPr>
            <a:spLocks noGrp="1"/>
          </p:cNvSpPr>
          <p:nvPr/>
        </p:nvSpPr>
        <p:spPr>
          <a:xfrm>
            <a:off x="5657850" y="3114675"/>
            <a:ext cx="876300" cy="438150"/>
          </a:xfrm>
          <a:prstGeom prst="rightArrow">
            <a:avLst/>
          </a:prstGeom>
          <a:solidFill>
            <a:srgbClr val="3D8DFF"/>
          </a:solidFill>
        </p:spPr>
        <p:txBody>
          <a:bodyPr/>
          <a:lstStyle/>
          <a:p>
            <a:endParaRPr lang="en-US"/>
          </a:p>
        </p:txBody>
      </p:sp>
      <p:sp>
        <p:nvSpPr>
          <p:cNvPr id="3" name="s5-right-surface">
            <a:extLst>
              <a:ext uri="{FF2B5EF4-FFF2-40B4-BE49-F238E27FC236}">
                <a16:creationId xmlns:a16="http://schemas.microsoft.com/office/drawing/2014/main" id="{4DE7E808-040B-4C12-BBAB-679909E2F3F7}"/>
              </a:ext>
            </a:extLst>
          </p:cNvPr>
          <p:cNvSpPr>
            <a:spLocks noGrp="1"/>
          </p:cNvSpPr>
          <p:nvPr/>
        </p:nvSpPr>
        <p:spPr>
          <a:xfrm>
            <a:off x="6972300" y="2076450"/>
            <a:ext cx="4762500" cy="2571750"/>
          </a:xfrm>
          <a:prstGeom prst="roundRect">
            <a:avLst>
              <a:gd name="adj" fmla="val 2963"/>
            </a:avLst>
          </a:prstGeom>
          <a:solidFill>
            <a:srgbClr val="F3F4F6"/>
          </a:solidFill>
        </p:spPr>
        <p:txBody>
          <a:bodyPr/>
          <a:lstStyle/>
          <a:p>
            <a:endParaRPr lang="en-US"/>
          </a:p>
        </p:txBody>
      </p:sp>
      <p:sp>
        <p:nvSpPr>
          <p:cNvPr id="4" name="footer-6">
            <a:extLst>
              <a:ext uri="{FF2B5EF4-FFF2-40B4-BE49-F238E27FC236}">
                <a16:creationId xmlns:a16="http://schemas.microsoft.com/office/drawing/2014/main" id="{F59FE24E-6C0B-4CCE-BD6B-C247FDD10289}"/>
              </a:ext>
            </a:extLst>
          </p:cNvPr>
          <p:cNvSpPr>
            <a:spLocks noGrp="1"/>
          </p:cNvSpPr>
          <p:nvPr/>
        </p:nvSpPr>
        <p:spPr>
          <a:xfrm>
            <a:off x="11277600" y="6276975"/>
            <a:ext cx="523875" cy="238125"/>
          </a:xfrm>
          <a:prstGeom prst="rect">
            <a:avLst/>
          </a:prstGeom>
        </p:spPr>
        <p:txBody>
          <a:bodyPr wrap="square" lIns="0" tIns="0" rIns="0" bIns="0" anchor="b">
            <a:noAutofit/>
          </a:bodyPr>
          <a:lstStyle/>
          <a:p>
            <a:pPr algn="r">
              <a:defRPr sz="1000" b="0">
                <a:solidFill>
                  <a:srgbClr val="000000"/>
                </a:solidFill>
                <a:latin typeface="Arial"/>
                <a:ea typeface="Arial"/>
                <a:cs typeface="Arial"/>
              </a:defRPr>
            </a:pPr>
            <a:r>
              <a:rPr lang="pt-BR" dirty="0"/>
              <a:t>10</a:t>
            </a:r>
            <a:endParaRPr dirty="0"/>
          </a:p>
        </p:txBody>
      </p:sp>
      <p:sp>
        <p:nvSpPr>
          <p:cNvPr id="5" name="s5-title">
            <a:extLst>
              <a:ext uri="{FF2B5EF4-FFF2-40B4-BE49-F238E27FC236}">
                <a16:creationId xmlns:a16="http://schemas.microsoft.com/office/drawing/2014/main" id="{3689C8A1-14F6-413A-ADE4-9639C24B7DCA}"/>
              </a:ext>
            </a:extLst>
          </p:cNvPr>
          <p:cNvSpPr>
            <a:spLocks noGrp="1"/>
          </p:cNvSpPr>
          <p:nvPr/>
        </p:nvSpPr>
        <p:spPr>
          <a:xfrm>
            <a:off x="457200" y="419100"/>
            <a:ext cx="11277600" cy="609600"/>
          </a:xfrm>
          <a:prstGeom prst="rect">
            <a:avLst/>
          </a:prstGeom>
        </p:spPr>
        <p:txBody>
          <a:bodyPr wrap="square" lIns="0" tIns="0" rIns="0" bIns="0" anchor="t">
            <a:noAutofit/>
          </a:bodyPr>
          <a:lstStyle/>
          <a:p>
            <a:pPr algn="l">
              <a:defRPr sz="3150" b="1">
                <a:solidFill>
                  <a:srgbClr val="000000"/>
                </a:solidFill>
                <a:latin typeface="Arial"/>
                <a:ea typeface="Arial"/>
                <a:cs typeface="Arial"/>
              </a:defRPr>
            </a:pPr>
            <a:r>
              <a:t>Os mesmos limites apoiam uma evolução gradual</a:t>
            </a:r>
          </a:p>
        </p:txBody>
      </p:sp>
      <p:sp>
        <p:nvSpPr>
          <p:cNvPr id="6" name="s5-left-eye">
            <a:extLst>
              <a:ext uri="{FF2B5EF4-FFF2-40B4-BE49-F238E27FC236}">
                <a16:creationId xmlns:a16="http://schemas.microsoft.com/office/drawing/2014/main" id="{1E70C1A7-66AB-4257-A1C7-EC5C0B4FA74F}"/>
              </a:ext>
            </a:extLst>
          </p:cNvPr>
          <p:cNvSpPr>
            <a:spLocks noGrp="1"/>
          </p:cNvSpPr>
          <p:nvPr/>
        </p:nvSpPr>
        <p:spPr>
          <a:xfrm>
            <a:off x="457200" y="1504950"/>
            <a:ext cx="1905000" cy="247650"/>
          </a:xfrm>
          <a:prstGeom prst="rect">
            <a:avLst/>
          </a:prstGeom>
        </p:spPr>
        <p:txBody>
          <a:bodyPr wrap="square" lIns="0" tIns="0" rIns="0" bIns="0" anchor="t">
            <a:noAutofit/>
          </a:bodyPr>
          <a:lstStyle/>
          <a:p>
            <a:pPr algn="l">
              <a:defRPr sz="1200" b="1">
                <a:solidFill>
                  <a:srgbClr val="3D8DFF"/>
                </a:solidFill>
                <a:latin typeface="Arial"/>
                <a:ea typeface="Arial"/>
                <a:cs typeface="Arial"/>
              </a:defRPr>
            </a:pPr>
            <a:r>
              <a:t>HOJE</a:t>
            </a:r>
          </a:p>
        </p:txBody>
      </p:sp>
      <p:sp>
        <p:nvSpPr>
          <p:cNvPr id="7" name="s5-left-title">
            <a:extLst>
              <a:ext uri="{FF2B5EF4-FFF2-40B4-BE49-F238E27FC236}">
                <a16:creationId xmlns:a16="http://schemas.microsoft.com/office/drawing/2014/main" id="{87224E0D-B035-4E2C-8D64-B9F967252AB8}"/>
              </a:ext>
            </a:extLst>
          </p:cNvPr>
          <p:cNvSpPr>
            <a:spLocks noGrp="1"/>
          </p:cNvSpPr>
          <p:nvPr/>
        </p:nvSpPr>
        <p:spPr>
          <a:xfrm>
            <a:off x="838200" y="2400300"/>
            <a:ext cx="4000500" cy="419100"/>
          </a:xfrm>
          <a:prstGeom prst="rect">
            <a:avLst/>
          </a:prstGeom>
        </p:spPr>
        <p:txBody>
          <a:bodyPr wrap="square" lIns="0" tIns="0" rIns="0" bIns="0" anchor="t">
            <a:noAutofit/>
          </a:bodyPr>
          <a:lstStyle/>
          <a:p>
            <a:pPr algn="l">
              <a:defRPr sz="2325" b="1">
                <a:solidFill>
                  <a:srgbClr val="FFFFFF"/>
                </a:solidFill>
                <a:latin typeface="Arial"/>
                <a:ea typeface="Arial"/>
                <a:cs typeface="Arial"/>
              </a:defRPr>
            </a:pPr>
            <a:r>
              <a:t>SIMTR HUB</a:t>
            </a:r>
          </a:p>
        </p:txBody>
      </p:sp>
      <p:sp>
        <p:nvSpPr>
          <p:cNvPr id="8" name="s5-left-sub">
            <a:extLst>
              <a:ext uri="{FF2B5EF4-FFF2-40B4-BE49-F238E27FC236}">
                <a16:creationId xmlns:a16="http://schemas.microsoft.com/office/drawing/2014/main" id="{FEDE7824-687E-4A46-A112-C11EBCF1A2FA}"/>
              </a:ext>
            </a:extLst>
          </p:cNvPr>
          <p:cNvSpPr>
            <a:spLocks noGrp="1"/>
          </p:cNvSpPr>
          <p:nvPr/>
        </p:nvSpPr>
        <p:spPr>
          <a:xfrm>
            <a:off x="838200" y="2876550"/>
            <a:ext cx="4000500" cy="323850"/>
          </a:xfrm>
          <a:prstGeom prst="rect">
            <a:avLst/>
          </a:prstGeom>
        </p:spPr>
        <p:txBody>
          <a:bodyPr wrap="square" lIns="0" tIns="0" rIns="0" bIns="0" anchor="t">
            <a:noAutofit/>
          </a:bodyPr>
          <a:lstStyle/>
          <a:p>
            <a:pPr algn="l">
              <a:defRPr sz="1650" b="0">
                <a:solidFill>
                  <a:srgbClr val="FFFFFF"/>
                </a:solidFill>
                <a:latin typeface="Arial"/>
                <a:ea typeface="Arial"/>
                <a:cs typeface="Arial"/>
              </a:defRPr>
            </a:pPr>
            <a:r>
              <a:t>Monólito modular</a:t>
            </a:r>
          </a:p>
        </p:txBody>
      </p:sp>
      <p:sp>
        <p:nvSpPr>
          <p:cNvPr id="9" name="s5-left-list">
            <a:extLst>
              <a:ext uri="{FF2B5EF4-FFF2-40B4-BE49-F238E27FC236}">
                <a16:creationId xmlns:a16="http://schemas.microsoft.com/office/drawing/2014/main" id="{7CADC775-61AE-4713-8227-37E19ACBC2F0}"/>
              </a:ext>
            </a:extLst>
          </p:cNvPr>
          <p:cNvSpPr>
            <a:spLocks noGrp="1"/>
          </p:cNvSpPr>
          <p:nvPr/>
        </p:nvSpPr>
        <p:spPr>
          <a:xfrm>
            <a:off x="838200" y="3467100"/>
            <a:ext cx="3810000" cy="914400"/>
          </a:xfrm>
          <a:prstGeom prst="rect">
            <a:avLst/>
          </a:prstGeom>
        </p:spPr>
        <p:txBody>
          <a:bodyPr wrap="square" lIns="0" tIns="0" rIns="0" bIns="0" anchor="t">
            <a:noAutofit/>
          </a:bodyPr>
          <a:lstStyle/>
          <a:p>
            <a:pPr algn="l">
              <a:defRPr sz="1425" b="0">
                <a:solidFill>
                  <a:srgbClr val="FFFFFF"/>
                </a:solidFill>
                <a:latin typeface="Arial"/>
                <a:ea typeface="Arial"/>
                <a:cs typeface="Arial"/>
              </a:defRPr>
            </a:pPr>
            <a:r>
              <a:t>Árvore documental  ·  Gestão de documentos
Conformidade  ·  Dossiê de produto
Proposta de dossiê</a:t>
            </a:r>
          </a:p>
        </p:txBody>
      </p:sp>
      <p:sp>
        <p:nvSpPr>
          <p:cNvPr id="10" name="s5-right-eye">
            <a:extLst>
              <a:ext uri="{FF2B5EF4-FFF2-40B4-BE49-F238E27FC236}">
                <a16:creationId xmlns:a16="http://schemas.microsoft.com/office/drawing/2014/main" id="{6505D03D-F660-483C-9158-9B5B7BA96680}"/>
              </a:ext>
            </a:extLst>
          </p:cNvPr>
          <p:cNvSpPr>
            <a:spLocks noGrp="1"/>
          </p:cNvSpPr>
          <p:nvPr/>
        </p:nvSpPr>
        <p:spPr>
          <a:xfrm>
            <a:off x="6972300" y="1504950"/>
            <a:ext cx="1905000" cy="247650"/>
          </a:xfrm>
          <a:prstGeom prst="rect">
            <a:avLst/>
          </a:prstGeom>
        </p:spPr>
        <p:txBody>
          <a:bodyPr wrap="square" lIns="0" tIns="0" rIns="0" bIns="0" anchor="t">
            <a:noAutofit/>
          </a:bodyPr>
          <a:lstStyle/>
          <a:p>
            <a:pPr algn="l">
              <a:defRPr sz="1200" b="1">
                <a:solidFill>
                  <a:srgbClr val="3D8DFF"/>
                </a:solidFill>
                <a:latin typeface="Arial"/>
                <a:ea typeface="Arial"/>
                <a:cs typeface="Arial"/>
              </a:defRPr>
            </a:pPr>
            <a:r>
              <a:t>FUTURO</a:t>
            </a:r>
          </a:p>
        </p:txBody>
      </p:sp>
      <p:sp>
        <p:nvSpPr>
          <p:cNvPr id="11" name="s5-right-title">
            <a:extLst>
              <a:ext uri="{FF2B5EF4-FFF2-40B4-BE49-F238E27FC236}">
                <a16:creationId xmlns:a16="http://schemas.microsoft.com/office/drawing/2014/main" id="{33A64033-183A-414F-BC20-865793CC07AC}"/>
              </a:ext>
            </a:extLst>
          </p:cNvPr>
          <p:cNvSpPr>
            <a:spLocks noGrp="1"/>
          </p:cNvSpPr>
          <p:nvPr/>
        </p:nvSpPr>
        <p:spPr>
          <a:xfrm>
            <a:off x="7353300" y="2400300"/>
            <a:ext cx="4000500" cy="419100"/>
          </a:xfrm>
          <a:prstGeom prst="rect">
            <a:avLst/>
          </a:prstGeom>
        </p:spPr>
        <p:txBody>
          <a:bodyPr wrap="square" lIns="0" tIns="0" rIns="0" bIns="0" anchor="t">
            <a:noAutofit/>
          </a:bodyPr>
          <a:lstStyle/>
          <a:p>
            <a:pPr algn="l">
              <a:defRPr sz="2250" b="1">
                <a:solidFill>
                  <a:srgbClr val="000000"/>
                </a:solidFill>
                <a:latin typeface="Arial"/>
                <a:ea typeface="Arial"/>
                <a:cs typeface="Arial"/>
              </a:defRPr>
            </a:pPr>
            <a:r>
              <a:t>SERVIÇOS SEPARADOS</a:t>
            </a:r>
          </a:p>
        </p:txBody>
      </p:sp>
      <p:sp>
        <p:nvSpPr>
          <p:cNvPr id="12" name="s5-right-sub">
            <a:extLst>
              <a:ext uri="{FF2B5EF4-FFF2-40B4-BE49-F238E27FC236}">
                <a16:creationId xmlns:a16="http://schemas.microsoft.com/office/drawing/2014/main" id="{89B099D5-4FA4-450C-A0EF-B77DB9AC24CD}"/>
              </a:ext>
            </a:extLst>
          </p:cNvPr>
          <p:cNvSpPr>
            <a:spLocks noGrp="1"/>
          </p:cNvSpPr>
          <p:nvPr/>
        </p:nvSpPr>
        <p:spPr>
          <a:xfrm>
            <a:off x="7353300" y="2876550"/>
            <a:ext cx="4000500" cy="323850"/>
          </a:xfrm>
          <a:prstGeom prst="rect">
            <a:avLst/>
          </a:prstGeom>
        </p:spPr>
        <p:txBody>
          <a:bodyPr wrap="square" lIns="0" tIns="0" rIns="0" bIns="0" anchor="t">
            <a:noAutofit/>
          </a:bodyPr>
          <a:lstStyle/>
          <a:p>
            <a:pPr algn="l">
              <a:defRPr sz="1650" b="0">
                <a:solidFill>
                  <a:srgbClr val="5D6470"/>
                </a:solidFill>
                <a:latin typeface="Arial"/>
                <a:ea typeface="Arial"/>
                <a:cs typeface="Arial"/>
              </a:defRPr>
            </a:pPr>
            <a:r>
              <a:t>Quando houver necessidade</a:t>
            </a:r>
          </a:p>
        </p:txBody>
      </p:sp>
      <p:sp>
        <p:nvSpPr>
          <p:cNvPr id="13" name="s5-right-list">
            <a:extLst>
              <a:ext uri="{FF2B5EF4-FFF2-40B4-BE49-F238E27FC236}">
                <a16:creationId xmlns:a16="http://schemas.microsoft.com/office/drawing/2014/main" id="{F60714AF-6510-4D09-8CD1-5C62C0F880D9}"/>
              </a:ext>
            </a:extLst>
          </p:cNvPr>
          <p:cNvSpPr>
            <a:spLocks noGrp="1"/>
          </p:cNvSpPr>
          <p:nvPr/>
        </p:nvSpPr>
        <p:spPr>
          <a:xfrm>
            <a:off x="7353300" y="3467100"/>
            <a:ext cx="3810000" cy="914400"/>
          </a:xfrm>
          <a:prstGeom prst="rect">
            <a:avLst/>
          </a:prstGeom>
        </p:spPr>
        <p:txBody>
          <a:bodyPr wrap="square" lIns="0" tIns="0" rIns="0" bIns="0" anchor="t">
            <a:noAutofit/>
          </a:bodyPr>
          <a:lstStyle/>
          <a:p>
            <a:pPr algn="l">
              <a:defRPr sz="1425" b="0">
                <a:solidFill>
                  <a:srgbClr val="5D6470"/>
                </a:solidFill>
                <a:latin typeface="Arial"/>
                <a:ea typeface="Arial"/>
                <a:cs typeface="Arial"/>
              </a:defRPr>
            </a:pPr>
            <a:r>
              <a:t>Mesmos limites de domínio
Mesmas capacidades de negócio
Adapters de comunicação evoluem</a:t>
            </a:r>
          </a:p>
        </p:txBody>
      </p:sp>
      <p:sp>
        <p:nvSpPr>
          <p:cNvPr id="14" name="s5-blue-line">
            <a:extLst>
              <a:ext uri="{FF2B5EF4-FFF2-40B4-BE49-F238E27FC236}">
                <a16:creationId xmlns:a16="http://schemas.microsoft.com/office/drawing/2014/main" id="{209A9B85-CE78-465C-B35D-750223FA13A6}"/>
              </a:ext>
            </a:extLst>
          </p:cNvPr>
          <p:cNvSpPr>
            <a:spLocks noGrp="1"/>
          </p:cNvSpPr>
          <p:nvPr/>
        </p:nvSpPr>
        <p:spPr>
          <a:xfrm>
            <a:off x="457200" y="5124450"/>
            <a:ext cx="11277600" cy="47625"/>
          </a:xfrm>
          <a:prstGeom prst="rect">
            <a:avLst/>
          </a:prstGeom>
          <a:solidFill>
            <a:srgbClr val="3D8DFF"/>
          </a:solidFill>
        </p:spPr>
        <p:txBody>
          <a:bodyPr/>
          <a:lstStyle/>
          <a:p>
            <a:endParaRPr lang="en-US"/>
          </a:p>
        </p:txBody>
      </p:sp>
      <p:sp>
        <p:nvSpPr>
          <p:cNvPr id="15" name="s5-takeaway">
            <a:extLst>
              <a:ext uri="{FF2B5EF4-FFF2-40B4-BE49-F238E27FC236}">
                <a16:creationId xmlns:a16="http://schemas.microsoft.com/office/drawing/2014/main" id="{2D1FAB9C-2DC0-490D-9520-1B40E02128F6}"/>
              </a:ext>
            </a:extLst>
          </p:cNvPr>
          <p:cNvSpPr>
            <a:spLocks noGrp="1"/>
          </p:cNvSpPr>
          <p:nvPr/>
        </p:nvSpPr>
        <p:spPr>
          <a:xfrm>
            <a:off x="457200" y="5391150"/>
            <a:ext cx="11277600" cy="342900"/>
          </a:xfrm>
          <a:prstGeom prst="rect">
            <a:avLst/>
          </a:prstGeom>
        </p:spPr>
        <p:txBody>
          <a:bodyPr wrap="square" lIns="0" tIns="0" rIns="0" bIns="0" anchor="t">
            <a:noAutofit/>
          </a:bodyPr>
          <a:lstStyle/>
          <a:p>
            <a:pPr algn="ctr">
              <a:defRPr sz="1875" b="1">
                <a:solidFill>
                  <a:srgbClr val="000000"/>
                </a:solidFill>
                <a:latin typeface="Arial"/>
                <a:ea typeface="Arial"/>
                <a:cs typeface="Arial"/>
              </a:defRPr>
            </a:pPr>
            <a:r>
              <a:t>A capacidade permanece; a forma de implantação pode mudar.</a:t>
            </a:r>
          </a:p>
        </p:txBody>
      </p:sp>
      <p:sp>
        <p:nvSpPr>
          <p:cNvPr id="16" name="s5-footnote">
            <a:extLst>
              <a:ext uri="{FF2B5EF4-FFF2-40B4-BE49-F238E27FC236}">
                <a16:creationId xmlns:a16="http://schemas.microsoft.com/office/drawing/2014/main" id="{6F932C88-646A-4013-BA3E-E4BBFD64652A}"/>
              </a:ext>
            </a:extLst>
          </p:cNvPr>
          <p:cNvSpPr>
            <a:spLocks noGrp="1"/>
          </p:cNvSpPr>
          <p:nvPr/>
        </p:nvSpPr>
        <p:spPr>
          <a:xfrm>
            <a:off x="457200" y="5905500"/>
            <a:ext cx="10668000" cy="247650"/>
          </a:xfrm>
          <a:prstGeom prst="rect">
            <a:avLst/>
          </a:prstGeom>
        </p:spPr>
        <p:txBody>
          <a:bodyPr wrap="square" lIns="0" tIns="0" rIns="0" bIns="0" anchor="t">
            <a:noAutofit/>
          </a:bodyPr>
          <a:lstStyle/>
          <a:p>
            <a:pPr algn="ctr">
              <a:defRPr sz="1200" b="0">
                <a:solidFill>
                  <a:srgbClr val="5D6470"/>
                </a:solidFill>
                <a:latin typeface="Arial"/>
                <a:ea typeface="Arial"/>
                <a:cs typeface="Arial"/>
              </a:defRPr>
            </a:pPr>
            <a:r>
              <a:t>A extração futura continuará exigindo decisões próprias de contratos, consistência e operação.</a:t>
            </a:r>
          </a:p>
        </p:txBody>
      </p:sp>
    </p:spTree>
    <p:extLst>
      <p:ext uri="{BB962C8B-B14F-4D97-AF65-F5344CB8AC3E}">
        <p14:creationId xmlns:p14="http://schemas.microsoft.com/office/powerpoint/2010/main" val="338536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ooter-6">
            <a:extLst>
              <a:ext uri="{FF2B5EF4-FFF2-40B4-BE49-F238E27FC236}">
                <a16:creationId xmlns:a16="http://schemas.microsoft.com/office/drawing/2014/main" id="{03726421-1994-4C0D-A0EC-D7E514974EDE}"/>
              </a:ext>
            </a:extLst>
          </p:cNvPr>
          <p:cNvSpPr>
            <a:spLocks noGrp="1"/>
          </p:cNvSpPr>
          <p:nvPr/>
        </p:nvSpPr>
        <p:spPr>
          <a:xfrm>
            <a:off x="11277600" y="6276975"/>
            <a:ext cx="523875" cy="238125"/>
          </a:xfrm>
          <a:prstGeom prst="rect">
            <a:avLst/>
          </a:prstGeom>
        </p:spPr>
        <p:txBody>
          <a:bodyPr wrap="square" lIns="0" tIns="0" rIns="0" bIns="0" anchor="b">
            <a:noAutofit/>
          </a:bodyPr>
          <a:lstStyle/>
          <a:p>
            <a:pPr algn="r">
              <a:defRPr sz="1000" b="0">
                <a:solidFill>
                  <a:srgbClr val="000000"/>
                </a:solidFill>
                <a:latin typeface="Arial"/>
                <a:ea typeface="Arial"/>
                <a:cs typeface="Arial"/>
              </a:defRPr>
            </a:pPr>
            <a:r>
              <a:rPr lang="pt-BR" dirty="0"/>
              <a:t>11</a:t>
            </a:r>
            <a:endParaRPr dirty="0"/>
          </a:p>
        </p:txBody>
      </p:sp>
      <p:sp>
        <p:nvSpPr>
          <p:cNvPr id="2" name="s6-title">
            <a:extLst>
              <a:ext uri="{FF2B5EF4-FFF2-40B4-BE49-F238E27FC236}">
                <a16:creationId xmlns:a16="http://schemas.microsoft.com/office/drawing/2014/main" id="{423199DE-D362-4C04-B4E0-331E664AB0B5}"/>
              </a:ext>
            </a:extLst>
          </p:cNvPr>
          <p:cNvSpPr>
            <a:spLocks noGrp="1"/>
          </p:cNvSpPr>
          <p:nvPr/>
        </p:nvSpPr>
        <p:spPr>
          <a:xfrm>
            <a:off x="457200" y="419100"/>
            <a:ext cx="11277600" cy="609600"/>
          </a:xfrm>
          <a:prstGeom prst="rect">
            <a:avLst/>
          </a:prstGeom>
        </p:spPr>
        <p:txBody>
          <a:bodyPr wrap="square" lIns="0" tIns="0" rIns="0" bIns="0" anchor="t">
            <a:noAutofit/>
          </a:bodyPr>
          <a:lstStyle/>
          <a:p>
            <a:pPr algn="l">
              <a:defRPr sz="3150" b="1">
                <a:solidFill>
                  <a:srgbClr val="000000"/>
                </a:solidFill>
                <a:latin typeface="Arial"/>
                <a:ea typeface="Arial"/>
                <a:cs typeface="Arial"/>
              </a:defRPr>
            </a:pPr>
            <a:r>
              <a:t>O negócio permanece enquanto a solução evolui</a:t>
            </a:r>
          </a:p>
        </p:txBody>
      </p:sp>
      <p:sp>
        <p:nvSpPr>
          <p:cNvPr id="3" name="s6-num-1">
            <a:extLst>
              <a:ext uri="{FF2B5EF4-FFF2-40B4-BE49-F238E27FC236}">
                <a16:creationId xmlns:a16="http://schemas.microsoft.com/office/drawing/2014/main" id="{179CC2AD-2905-4E7F-988C-0A4F0F8B444A}"/>
              </a:ext>
            </a:extLst>
          </p:cNvPr>
          <p:cNvSpPr>
            <a:spLocks noGrp="1"/>
          </p:cNvSpPr>
          <p:nvPr/>
        </p:nvSpPr>
        <p:spPr>
          <a:xfrm>
            <a:off x="457200" y="1752600"/>
            <a:ext cx="666750" cy="419100"/>
          </a:xfrm>
          <a:prstGeom prst="rect">
            <a:avLst/>
          </a:prstGeom>
        </p:spPr>
        <p:txBody>
          <a:bodyPr wrap="square" lIns="0" tIns="0" rIns="0" bIns="0" anchor="t">
            <a:noAutofit/>
          </a:bodyPr>
          <a:lstStyle/>
          <a:p>
            <a:pPr algn="l">
              <a:defRPr sz="2250" b="1">
                <a:solidFill>
                  <a:srgbClr val="3D8DFF"/>
                </a:solidFill>
                <a:latin typeface="Arial"/>
                <a:ea typeface="Arial"/>
                <a:cs typeface="Arial"/>
              </a:defRPr>
            </a:pPr>
            <a:r>
              <a:t>01</a:t>
            </a:r>
          </a:p>
        </p:txBody>
      </p:sp>
      <p:sp>
        <p:nvSpPr>
          <p:cNvPr id="4" name="s6-title-1">
            <a:extLst>
              <a:ext uri="{FF2B5EF4-FFF2-40B4-BE49-F238E27FC236}">
                <a16:creationId xmlns:a16="http://schemas.microsoft.com/office/drawing/2014/main" id="{7B8CB6B4-7374-4C45-8C39-41C8D1181998}"/>
              </a:ext>
            </a:extLst>
          </p:cNvPr>
          <p:cNvSpPr>
            <a:spLocks noGrp="1"/>
          </p:cNvSpPr>
          <p:nvPr/>
        </p:nvSpPr>
        <p:spPr>
          <a:xfrm>
            <a:off x="1428750" y="1771650"/>
            <a:ext cx="2095500" cy="381000"/>
          </a:xfrm>
          <a:prstGeom prst="rect">
            <a:avLst/>
          </a:prstGeom>
        </p:spPr>
        <p:txBody>
          <a:bodyPr wrap="square" lIns="0" tIns="0" rIns="0" bIns="0" anchor="t">
            <a:noAutofit/>
          </a:bodyPr>
          <a:lstStyle/>
          <a:p>
            <a:pPr algn="l">
              <a:defRPr sz="1725" b="1">
                <a:solidFill>
                  <a:srgbClr val="000000"/>
                </a:solidFill>
                <a:latin typeface="Arial"/>
                <a:ea typeface="Arial"/>
                <a:cs typeface="Arial"/>
              </a:defRPr>
            </a:pPr>
            <a:r>
              <a:t>NEGÓCIO</a:t>
            </a:r>
          </a:p>
        </p:txBody>
      </p:sp>
      <p:sp>
        <p:nvSpPr>
          <p:cNvPr id="5" name="s6-body-1">
            <a:extLst>
              <a:ext uri="{FF2B5EF4-FFF2-40B4-BE49-F238E27FC236}">
                <a16:creationId xmlns:a16="http://schemas.microsoft.com/office/drawing/2014/main" id="{4616643C-741B-4862-9300-2223F5D2F21E}"/>
              </a:ext>
            </a:extLst>
          </p:cNvPr>
          <p:cNvSpPr>
            <a:spLocks noGrp="1"/>
          </p:cNvSpPr>
          <p:nvPr/>
        </p:nvSpPr>
        <p:spPr>
          <a:xfrm>
            <a:off x="3905250" y="1771650"/>
            <a:ext cx="7429500" cy="400050"/>
          </a:xfrm>
          <a:prstGeom prst="rect">
            <a:avLst/>
          </a:prstGeom>
        </p:spPr>
        <p:txBody>
          <a:bodyPr wrap="square" lIns="0" tIns="0" rIns="0" bIns="0" anchor="t">
            <a:noAutofit/>
          </a:bodyPr>
          <a:lstStyle/>
          <a:p>
            <a:pPr algn="l">
              <a:defRPr sz="1575" b="0">
                <a:solidFill>
                  <a:srgbClr val="5D6470"/>
                </a:solidFill>
                <a:latin typeface="Arial"/>
                <a:ea typeface="Arial"/>
                <a:cs typeface="Arial"/>
              </a:defRPr>
            </a:pPr>
            <a:r>
              <a:t>As capacidades permanecem estáveis e organizadas por domínio.</a:t>
            </a:r>
          </a:p>
        </p:txBody>
      </p:sp>
      <p:sp>
        <p:nvSpPr>
          <p:cNvPr id="6" name="s6-rule-1">
            <a:extLst>
              <a:ext uri="{FF2B5EF4-FFF2-40B4-BE49-F238E27FC236}">
                <a16:creationId xmlns:a16="http://schemas.microsoft.com/office/drawing/2014/main" id="{57B4F990-E6E5-44DB-9280-B1A19CDB8780}"/>
              </a:ext>
            </a:extLst>
          </p:cNvPr>
          <p:cNvSpPr>
            <a:spLocks noGrp="1"/>
          </p:cNvSpPr>
          <p:nvPr/>
        </p:nvSpPr>
        <p:spPr>
          <a:xfrm>
            <a:off x="457200" y="2343150"/>
            <a:ext cx="11277600" cy="14288"/>
          </a:xfrm>
          <a:prstGeom prst="rect">
            <a:avLst/>
          </a:prstGeom>
          <a:solidFill>
            <a:srgbClr val="C6CAD1"/>
          </a:solidFill>
        </p:spPr>
        <p:txBody>
          <a:bodyPr/>
          <a:lstStyle/>
          <a:p>
            <a:endParaRPr lang="en-US"/>
          </a:p>
        </p:txBody>
      </p:sp>
      <p:sp>
        <p:nvSpPr>
          <p:cNvPr id="7" name="s6-num-2">
            <a:extLst>
              <a:ext uri="{FF2B5EF4-FFF2-40B4-BE49-F238E27FC236}">
                <a16:creationId xmlns:a16="http://schemas.microsoft.com/office/drawing/2014/main" id="{B0A72234-43EF-466A-A662-E9B5DC98147F}"/>
              </a:ext>
            </a:extLst>
          </p:cNvPr>
          <p:cNvSpPr>
            <a:spLocks noGrp="1"/>
          </p:cNvSpPr>
          <p:nvPr/>
        </p:nvSpPr>
        <p:spPr>
          <a:xfrm>
            <a:off x="457200" y="2800350"/>
            <a:ext cx="666750" cy="419100"/>
          </a:xfrm>
          <a:prstGeom prst="rect">
            <a:avLst/>
          </a:prstGeom>
        </p:spPr>
        <p:txBody>
          <a:bodyPr wrap="square" lIns="0" tIns="0" rIns="0" bIns="0" anchor="t">
            <a:noAutofit/>
          </a:bodyPr>
          <a:lstStyle/>
          <a:p>
            <a:pPr algn="l">
              <a:defRPr sz="2250" b="1">
                <a:solidFill>
                  <a:srgbClr val="3D8DFF"/>
                </a:solidFill>
                <a:latin typeface="Arial"/>
                <a:ea typeface="Arial"/>
                <a:cs typeface="Arial"/>
              </a:defRPr>
            </a:pPr>
            <a:r>
              <a:t>02</a:t>
            </a:r>
          </a:p>
        </p:txBody>
      </p:sp>
      <p:sp>
        <p:nvSpPr>
          <p:cNvPr id="8" name="s6-title-2">
            <a:extLst>
              <a:ext uri="{FF2B5EF4-FFF2-40B4-BE49-F238E27FC236}">
                <a16:creationId xmlns:a16="http://schemas.microsoft.com/office/drawing/2014/main" id="{6F9D4A6C-75F8-4F79-8C89-9086540D4CE7}"/>
              </a:ext>
            </a:extLst>
          </p:cNvPr>
          <p:cNvSpPr>
            <a:spLocks noGrp="1"/>
          </p:cNvSpPr>
          <p:nvPr/>
        </p:nvSpPr>
        <p:spPr>
          <a:xfrm>
            <a:off x="1428750" y="2819400"/>
            <a:ext cx="2095500" cy="381000"/>
          </a:xfrm>
          <a:prstGeom prst="rect">
            <a:avLst/>
          </a:prstGeom>
        </p:spPr>
        <p:txBody>
          <a:bodyPr wrap="square" lIns="0" tIns="0" rIns="0" bIns="0" anchor="t">
            <a:noAutofit/>
          </a:bodyPr>
          <a:lstStyle/>
          <a:p>
            <a:pPr algn="l">
              <a:defRPr sz="1725" b="1">
                <a:solidFill>
                  <a:srgbClr val="000000"/>
                </a:solidFill>
                <a:latin typeface="Arial"/>
                <a:ea typeface="Arial"/>
                <a:cs typeface="Arial"/>
              </a:defRPr>
            </a:pPr>
            <a:r>
              <a:t>CONSUMO</a:t>
            </a:r>
          </a:p>
        </p:txBody>
      </p:sp>
      <p:sp>
        <p:nvSpPr>
          <p:cNvPr id="9" name="s6-body-2">
            <a:extLst>
              <a:ext uri="{FF2B5EF4-FFF2-40B4-BE49-F238E27FC236}">
                <a16:creationId xmlns:a16="http://schemas.microsoft.com/office/drawing/2014/main" id="{D4185E8B-D927-4730-BFA9-A4DD6FA92693}"/>
              </a:ext>
            </a:extLst>
          </p:cNvPr>
          <p:cNvSpPr>
            <a:spLocks noGrp="1"/>
          </p:cNvSpPr>
          <p:nvPr/>
        </p:nvSpPr>
        <p:spPr>
          <a:xfrm>
            <a:off x="3905250" y="2819400"/>
            <a:ext cx="7429500" cy="400050"/>
          </a:xfrm>
          <a:prstGeom prst="rect">
            <a:avLst/>
          </a:prstGeom>
        </p:spPr>
        <p:txBody>
          <a:bodyPr wrap="square" lIns="0" tIns="0" rIns="0" bIns="0" anchor="t">
            <a:noAutofit/>
          </a:bodyPr>
          <a:lstStyle/>
          <a:p>
            <a:pPr algn="l">
              <a:defRPr sz="1575" b="0">
                <a:solidFill>
                  <a:srgbClr val="5D6470"/>
                </a:solidFill>
                <a:latin typeface="Arial"/>
                <a:ea typeface="Arial"/>
                <a:cs typeface="Arial"/>
              </a:defRPr>
            </a:pPr>
            <a:r>
              <a:t>REST, MCP e fluxos convergem para as mesmas portas.</a:t>
            </a:r>
          </a:p>
        </p:txBody>
      </p:sp>
      <p:sp>
        <p:nvSpPr>
          <p:cNvPr id="10" name="s6-rule-2">
            <a:extLst>
              <a:ext uri="{FF2B5EF4-FFF2-40B4-BE49-F238E27FC236}">
                <a16:creationId xmlns:a16="http://schemas.microsoft.com/office/drawing/2014/main" id="{49218F46-8B26-464A-9EDE-562923940576}"/>
              </a:ext>
            </a:extLst>
          </p:cNvPr>
          <p:cNvSpPr>
            <a:spLocks noGrp="1"/>
          </p:cNvSpPr>
          <p:nvPr/>
        </p:nvSpPr>
        <p:spPr>
          <a:xfrm>
            <a:off x="457200" y="3390900"/>
            <a:ext cx="11277600" cy="14288"/>
          </a:xfrm>
          <a:prstGeom prst="rect">
            <a:avLst/>
          </a:prstGeom>
          <a:solidFill>
            <a:srgbClr val="C6CAD1"/>
          </a:solidFill>
        </p:spPr>
        <p:txBody>
          <a:bodyPr/>
          <a:lstStyle/>
          <a:p>
            <a:endParaRPr lang="en-US"/>
          </a:p>
        </p:txBody>
      </p:sp>
      <p:sp>
        <p:nvSpPr>
          <p:cNvPr id="11" name="s6-num-3">
            <a:extLst>
              <a:ext uri="{FF2B5EF4-FFF2-40B4-BE49-F238E27FC236}">
                <a16:creationId xmlns:a16="http://schemas.microsoft.com/office/drawing/2014/main" id="{09CE6AEB-2302-4BFC-86CC-22D31D375E4C}"/>
              </a:ext>
            </a:extLst>
          </p:cNvPr>
          <p:cNvSpPr>
            <a:spLocks noGrp="1"/>
          </p:cNvSpPr>
          <p:nvPr/>
        </p:nvSpPr>
        <p:spPr>
          <a:xfrm>
            <a:off x="457200" y="3848100"/>
            <a:ext cx="666750" cy="419100"/>
          </a:xfrm>
          <a:prstGeom prst="rect">
            <a:avLst/>
          </a:prstGeom>
        </p:spPr>
        <p:txBody>
          <a:bodyPr wrap="square" lIns="0" tIns="0" rIns="0" bIns="0" anchor="t">
            <a:noAutofit/>
          </a:bodyPr>
          <a:lstStyle/>
          <a:p>
            <a:pPr algn="l">
              <a:defRPr sz="2250" b="1">
                <a:solidFill>
                  <a:srgbClr val="3D8DFF"/>
                </a:solidFill>
                <a:latin typeface="Arial"/>
                <a:ea typeface="Arial"/>
                <a:cs typeface="Arial"/>
              </a:defRPr>
            </a:pPr>
            <a:r>
              <a:t>03</a:t>
            </a:r>
          </a:p>
        </p:txBody>
      </p:sp>
      <p:sp>
        <p:nvSpPr>
          <p:cNvPr id="12" name="s6-title-3">
            <a:extLst>
              <a:ext uri="{FF2B5EF4-FFF2-40B4-BE49-F238E27FC236}">
                <a16:creationId xmlns:a16="http://schemas.microsoft.com/office/drawing/2014/main" id="{6C008730-F4C3-4BD4-B581-965AB1C9EC0F}"/>
              </a:ext>
            </a:extLst>
          </p:cNvPr>
          <p:cNvSpPr>
            <a:spLocks noGrp="1"/>
          </p:cNvSpPr>
          <p:nvPr/>
        </p:nvSpPr>
        <p:spPr>
          <a:xfrm>
            <a:off x="1428750" y="3867150"/>
            <a:ext cx="2095500" cy="381000"/>
          </a:xfrm>
          <a:prstGeom prst="rect">
            <a:avLst/>
          </a:prstGeom>
        </p:spPr>
        <p:txBody>
          <a:bodyPr wrap="square" lIns="0" tIns="0" rIns="0" bIns="0" anchor="t">
            <a:noAutofit/>
          </a:bodyPr>
          <a:lstStyle/>
          <a:p>
            <a:pPr algn="l">
              <a:defRPr sz="1725" b="1">
                <a:solidFill>
                  <a:srgbClr val="000000"/>
                </a:solidFill>
                <a:latin typeface="Arial"/>
                <a:ea typeface="Arial"/>
                <a:cs typeface="Arial"/>
              </a:defRPr>
            </a:pPr>
            <a:r>
              <a:t>IMPLANTAÇÃO</a:t>
            </a:r>
          </a:p>
        </p:txBody>
      </p:sp>
      <p:sp>
        <p:nvSpPr>
          <p:cNvPr id="13" name="s6-body-3">
            <a:extLst>
              <a:ext uri="{FF2B5EF4-FFF2-40B4-BE49-F238E27FC236}">
                <a16:creationId xmlns:a16="http://schemas.microsoft.com/office/drawing/2014/main" id="{EE215477-9DD3-4F98-A7AA-B69D3B1F313B}"/>
              </a:ext>
            </a:extLst>
          </p:cNvPr>
          <p:cNvSpPr>
            <a:spLocks noGrp="1"/>
          </p:cNvSpPr>
          <p:nvPr/>
        </p:nvSpPr>
        <p:spPr>
          <a:xfrm>
            <a:off x="3905250" y="3867150"/>
            <a:ext cx="7429500" cy="400050"/>
          </a:xfrm>
          <a:prstGeom prst="rect">
            <a:avLst/>
          </a:prstGeom>
        </p:spPr>
        <p:txBody>
          <a:bodyPr wrap="square" lIns="0" tIns="0" rIns="0" bIns="0" anchor="t">
            <a:noAutofit/>
          </a:bodyPr>
          <a:lstStyle/>
          <a:p>
            <a:pPr algn="l">
              <a:defRPr sz="1575" b="0">
                <a:solidFill>
                  <a:srgbClr val="5D6470"/>
                </a:solidFill>
                <a:latin typeface="Arial"/>
                <a:ea typeface="Arial"/>
                <a:cs typeface="Arial"/>
              </a:defRPr>
            </a:pPr>
            <a:r>
              <a:t>Os módulos podem ser separados de forma incremental.</a:t>
            </a:r>
          </a:p>
        </p:txBody>
      </p:sp>
      <p:sp>
        <p:nvSpPr>
          <p:cNvPr id="14" name="s6-rule-3">
            <a:extLst>
              <a:ext uri="{FF2B5EF4-FFF2-40B4-BE49-F238E27FC236}">
                <a16:creationId xmlns:a16="http://schemas.microsoft.com/office/drawing/2014/main" id="{544B8CD6-BC14-4C90-BB16-34C4EF203EC5}"/>
              </a:ext>
            </a:extLst>
          </p:cNvPr>
          <p:cNvSpPr>
            <a:spLocks noGrp="1"/>
          </p:cNvSpPr>
          <p:nvPr/>
        </p:nvSpPr>
        <p:spPr>
          <a:xfrm>
            <a:off x="457200" y="4438650"/>
            <a:ext cx="11277600" cy="14288"/>
          </a:xfrm>
          <a:prstGeom prst="rect">
            <a:avLst/>
          </a:prstGeom>
          <a:solidFill>
            <a:srgbClr val="C6CAD1"/>
          </a:solidFill>
        </p:spPr>
        <p:txBody>
          <a:bodyPr/>
          <a:lstStyle/>
          <a:p>
            <a:endParaRPr lang="en-US"/>
          </a:p>
        </p:txBody>
      </p:sp>
      <p:sp>
        <p:nvSpPr>
          <p:cNvPr id="15" name="s6-summary">
            <a:extLst>
              <a:ext uri="{FF2B5EF4-FFF2-40B4-BE49-F238E27FC236}">
                <a16:creationId xmlns:a16="http://schemas.microsoft.com/office/drawing/2014/main" id="{D92F572A-7D24-475D-857D-F5DC343BE2CC}"/>
              </a:ext>
            </a:extLst>
          </p:cNvPr>
          <p:cNvSpPr>
            <a:spLocks noGrp="1"/>
          </p:cNvSpPr>
          <p:nvPr/>
        </p:nvSpPr>
        <p:spPr>
          <a:xfrm>
            <a:off x="457200" y="5105400"/>
            <a:ext cx="11277600" cy="895350"/>
          </a:xfrm>
          <a:prstGeom prst="roundRect">
            <a:avLst>
              <a:gd name="adj" fmla="val 8511"/>
            </a:avLst>
          </a:prstGeom>
          <a:solidFill>
            <a:srgbClr val="EAF3FF"/>
          </a:solidFill>
        </p:spPr>
        <p:txBody>
          <a:bodyPr/>
          <a:lstStyle/>
          <a:p>
            <a:endParaRPr lang="en-US"/>
          </a:p>
        </p:txBody>
      </p:sp>
      <p:sp>
        <p:nvSpPr>
          <p:cNvPr id="16" name="s6-summary-text">
            <a:extLst>
              <a:ext uri="{FF2B5EF4-FFF2-40B4-BE49-F238E27FC236}">
                <a16:creationId xmlns:a16="http://schemas.microsoft.com/office/drawing/2014/main" id="{E4715854-0970-4F76-9B2C-F62D3844ECA5}"/>
              </a:ext>
            </a:extLst>
          </p:cNvPr>
          <p:cNvSpPr>
            <a:spLocks noGrp="1"/>
          </p:cNvSpPr>
          <p:nvPr/>
        </p:nvSpPr>
        <p:spPr>
          <a:xfrm>
            <a:off x="781050" y="5362575"/>
            <a:ext cx="10629900" cy="438150"/>
          </a:xfrm>
          <a:prstGeom prst="rect">
            <a:avLst/>
          </a:prstGeom>
        </p:spPr>
        <p:txBody>
          <a:bodyPr wrap="square" lIns="0" tIns="0" rIns="0" bIns="0" anchor="t">
            <a:noAutofit/>
          </a:bodyPr>
          <a:lstStyle/>
          <a:p>
            <a:pPr algn="ctr">
              <a:defRPr sz="1875" b="1">
                <a:solidFill>
                  <a:srgbClr val="000000"/>
                </a:solidFill>
                <a:latin typeface="Arial"/>
                <a:ea typeface="Arial"/>
                <a:cs typeface="Arial"/>
              </a:defRPr>
            </a:pPr>
            <a:r>
              <a:t>A proposta posiciona o SIMTR Hub como um conjunto de capacidades de negócio organizadas por domínio.</a:t>
            </a:r>
          </a:p>
        </p:txBody>
      </p:sp>
    </p:spTree>
    <p:extLst>
      <p:ext uri="{BB962C8B-B14F-4D97-AF65-F5344CB8AC3E}">
        <p14:creationId xmlns:p14="http://schemas.microsoft.com/office/powerpoint/2010/main" val="152760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7-blue-line">
            <a:extLst>
              <a:ext uri="{FF2B5EF4-FFF2-40B4-BE49-F238E27FC236}">
                <a16:creationId xmlns:a16="http://schemas.microsoft.com/office/drawing/2014/main" id="{FDFE14F0-AEB2-4704-80DB-8A62D00A1993}"/>
              </a:ext>
            </a:extLst>
          </p:cNvPr>
          <p:cNvSpPr>
            <a:spLocks noGrp="1"/>
          </p:cNvSpPr>
          <p:nvPr/>
        </p:nvSpPr>
        <p:spPr>
          <a:xfrm>
            <a:off x="457200" y="1466850"/>
            <a:ext cx="1333500" cy="76200"/>
          </a:xfrm>
          <a:prstGeom prst="rect">
            <a:avLst/>
          </a:prstGeom>
          <a:solidFill>
            <a:srgbClr val="3D8DFF"/>
          </a:solidFill>
        </p:spPr>
        <p:txBody>
          <a:bodyPr/>
          <a:lstStyle/>
          <a:p>
            <a:endParaRPr lang="en-US"/>
          </a:p>
        </p:txBody>
      </p:sp>
      <p:sp>
        <p:nvSpPr>
          <p:cNvPr id="2" name="footer-7">
            <a:extLst>
              <a:ext uri="{FF2B5EF4-FFF2-40B4-BE49-F238E27FC236}">
                <a16:creationId xmlns:a16="http://schemas.microsoft.com/office/drawing/2014/main" id="{AAAA3AC3-E207-493F-B8AF-3EAB97E65808}"/>
              </a:ext>
            </a:extLst>
          </p:cNvPr>
          <p:cNvSpPr>
            <a:spLocks noGrp="1"/>
          </p:cNvSpPr>
          <p:nvPr/>
        </p:nvSpPr>
        <p:spPr>
          <a:xfrm>
            <a:off x="11277600" y="6276975"/>
            <a:ext cx="523875" cy="238125"/>
          </a:xfrm>
          <a:prstGeom prst="rect">
            <a:avLst/>
          </a:prstGeom>
        </p:spPr>
        <p:txBody>
          <a:bodyPr wrap="square" lIns="0" tIns="0" rIns="0" bIns="0" anchor="b">
            <a:noAutofit/>
          </a:bodyPr>
          <a:lstStyle/>
          <a:p>
            <a:pPr algn="r">
              <a:defRPr sz="1000" b="0">
                <a:solidFill>
                  <a:srgbClr val="000000"/>
                </a:solidFill>
                <a:latin typeface="Arial"/>
                <a:ea typeface="Arial"/>
                <a:cs typeface="Arial"/>
              </a:defRPr>
            </a:pPr>
            <a:r>
              <a:rPr lang="pt-BR" dirty="0"/>
              <a:t>12</a:t>
            </a:r>
            <a:endParaRPr dirty="0"/>
          </a:p>
        </p:txBody>
      </p:sp>
      <p:sp>
        <p:nvSpPr>
          <p:cNvPr id="3" name="s7-label">
            <a:extLst>
              <a:ext uri="{FF2B5EF4-FFF2-40B4-BE49-F238E27FC236}">
                <a16:creationId xmlns:a16="http://schemas.microsoft.com/office/drawing/2014/main" id="{CFFE30E1-D399-4F6C-BDE8-6F3784CB59A6}"/>
              </a:ext>
            </a:extLst>
          </p:cNvPr>
          <p:cNvSpPr>
            <a:spLocks noGrp="1"/>
          </p:cNvSpPr>
          <p:nvPr/>
        </p:nvSpPr>
        <p:spPr>
          <a:xfrm>
            <a:off x="457200" y="457200"/>
            <a:ext cx="3048000" cy="304800"/>
          </a:xfrm>
          <a:prstGeom prst="rect">
            <a:avLst/>
          </a:prstGeom>
        </p:spPr>
        <p:txBody>
          <a:bodyPr wrap="square" lIns="0" tIns="0" rIns="0" bIns="0" anchor="t">
            <a:noAutofit/>
          </a:bodyPr>
          <a:lstStyle/>
          <a:p>
            <a:pPr algn="l">
              <a:defRPr sz="1350" b="1">
                <a:solidFill>
                  <a:srgbClr val="5D6470"/>
                </a:solidFill>
                <a:latin typeface="Arial"/>
                <a:ea typeface="Arial"/>
                <a:cs typeface="Arial"/>
              </a:defRPr>
            </a:pPr>
            <a:r>
              <a:t>PRÓXIMA DECISÃO</a:t>
            </a:r>
          </a:p>
        </p:txBody>
      </p:sp>
      <p:sp>
        <p:nvSpPr>
          <p:cNvPr id="4" name="s7-title">
            <a:extLst>
              <a:ext uri="{FF2B5EF4-FFF2-40B4-BE49-F238E27FC236}">
                <a16:creationId xmlns:a16="http://schemas.microsoft.com/office/drawing/2014/main" id="{AD03BC41-A3BF-4445-8B9A-F653FB7397F3}"/>
              </a:ext>
            </a:extLst>
          </p:cNvPr>
          <p:cNvSpPr>
            <a:spLocks noGrp="1"/>
          </p:cNvSpPr>
          <p:nvPr/>
        </p:nvSpPr>
        <p:spPr>
          <a:xfrm>
            <a:off x="457200" y="2667000"/>
            <a:ext cx="10287000" cy="1809750"/>
          </a:xfrm>
          <a:prstGeom prst="rect">
            <a:avLst/>
          </a:prstGeom>
        </p:spPr>
        <p:txBody>
          <a:bodyPr wrap="square" lIns="0" tIns="0" rIns="0" bIns="0" anchor="t">
            <a:noAutofit/>
          </a:bodyPr>
          <a:lstStyle/>
          <a:p>
            <a:pPr algn="l">
              <a:defRPr sz="4950" b="1">
                <a:solidFill>
                  <a:srgbClr val="000000"/>
                </a:solidFill>
                <a:latin typeface="Arial"/>
                <a:ea typeface="Arial"/>
                <a:cs typeface="Arial"/>
              </a:defRPr>
            </a:pPr>
            <a:r>
              <a:t>A próxima decisão começa
onde o hexágono termina</a:t>
            </a:r>
          </a:p>
        </p:txBody>
      </p:sp>
      <p:sp>
        <p:nvSpPr>
          <p:cNvPr id="5" name="s7-subtitle">
            <a:extLst>
              <a:ext uri="{FF2B5EF4-FFF2-40B4-BE49-F238E27FC236}">
                <a16:creationId xmlns:a16="http://schemas.microsoft.com/office/drawing/2014/main" id="{BFF7EBF4-A704-4F5D-92D0-661D82D6E768}"/>
              </a:ext>
            </a:extLst>
          </p:cNvPr>
          <p:cNvSpPr>
            <a:spLocks noGrp="1"/>
          </p:cNvSpPr>
          <p:nvPr/>
        </p:nvSpPr>
        <p:spPr>
          <a:xfrm>
            <a:off x="457200" y="4857750"/>
            <a:ext cx="9906000" cy="781050"/>
          </a:xfrm>
          <a:prstGeom prst="rect">
            <a:avLst/>
          </a:prstGeom>
        </p:spPr>
        <p:txBody>
          <a:bodyPr wrap="square" lIns="0" tIns="0" rIns="0" bIns="0" anchor="t">
            <a:noAutofit/>
          </a:bodyPr>
          <a:lstStyle/>
          <a:p>
            <a:pPr algn="l">
              <a:defRPr sz="2175" b="0">
                <a:solidFill>
                  <a:srgbClr val="5D6470"/>
                </a:solidFill>
                <a:latin typeface="Arial"/>
                <a:ea typeface="Arial"/>
                <a:cs typeface="Arial"/>
              </a:defRPr>
            </a:pPr>
            <a:r>
              <a:t>Como os serviços colaborarão preservando os limites e as capacidades de negócio?</a:t>
            </a:r>
          </a:p>
        </p:txBody>
      </p:sp>
      <p:sp>
        <p:nvSpPr>
          <p:cNvPr id="6" name="s7-bottom">
            <a:extLst>
              <a:ext uri="{FF2B5EF4-FFF2-40B4-BE49-F238E27FC236}">
                <a16:creationId xmlns:a16="http://schemas.microsoft.com/office/drawing/2014/main" id="{465C529E-26F0-41B6-8260-865237500B6D}"/>
              </a:ext>
            </a:extLst>
          </p:cNvPr>
          <p:cNvSpPr>
            <a:spLocks noGrp="1"/>
          </p:cNvSpPr>
          <p:nvPr/>
        </p:nvSpPr>
        <p:spPr>
          <a:xfrm>
            <a:off x="457200" y="6000750"/>
            <a:ext cx="9525000" cy="247650"/>
          </a:xfrm>
          <a:prstGeom prst="rect">
            <a:avLst/>
          </a:prstGeom>
        </p:spPr>
        <p:txBody>
          <a:bodyPr wrap="square" lIns="0" tIns="0" rIns="0" bIns="0" anchor="t">
            <a:noAutofit/>
          </a:bodyPr>
          <a:lstStyle/>
          <a:p>
            <a:pPr algn="l">
              <a:defRPr sz="1200" b="1">
                <a:solidFill>
                  <a:srgbClr val="3D8DFF"/>
                </a:solidFill>
                <a:latin typeface="Arial"/>
                <a:ea typeface="Arial"/>
                <a:cs typeface="Arial"/>
              </a:defRPr>
            </a:pPr>
            <a:r>
              <a:t>CONTRATOS  •  CONSISTÊNCIA  •  OPERAÇÃO  •  FLUXOS PONTA A PONTA</a:t>
            </a:r>
          </a:p>
        </p:txBody>
      </p:sp>
    </p:spTree>
    <p:extLst>
      <p:ext uri="{BB962C8B-B14F-4D97-AF65-F5344CB8AC3E}">
        <p14:creationId xmlns:p14="http://schemas.microsoft.com/office/powerpoint/2010/main" val="120711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98AF8-D5BB-FC28-6E2E-C79FB9AB19A7}"/>
            </a:ext>
          </a:extLst>
        </p:cNvPr>
        <p:cNvGrpSpPr/>
        <p:nvPr/>
      </p:nvGrpSpPr>
      <p:grpSpPr>
        <a:xfrm>
          <a:off x="0" y="0"/>
          <a:ext cx="0" cy="0"/>
          <a:chOff x="0" y="0"/>
          <a:chExt cx="0" cy="0"/>
        </a:xfrm>
      </p:grpSpPr>
      <p:sp>
        <p:nvSpPr>
          <p:cNvPr id="17" name="footer-6">
            <a:extLst>
              <a:ext uri="{FF2B5EF4-FFF2-40B4-BE49-F238E27FC236}">
                <a16:creationId xmlns:a16="http://schemas.microsoft.com/office/drawing/2014/main" id="{3ECB9B3D-5179-7FB7-68E2-6AB18F06A078}"/>
              </a:ext>
            </a:extLst>
          </p:cNvPr>
          <p:cNvSpPr>
            <a:spLocks noGrp="1"/>
          </p:cNvSpPr>
          <p:nvPr/>
        </p:nvSpPr>
        <p:spPr>
          <a:xfrm>
            <a:off x="11277600" y="6276975"/>
            <a:ext cx="523875" cy="238125"/>
          </a:xfrm>
          <a:prstGeom prst="rect">
            <a:avLst/>
          </a:prstGeom>
        </p:spPr>
        <p:txBody>
          <a:bodyPr wrap="square" lIns="0" tIns="0" rIns="0" bIns="0" anchor="b">
            <a:noAutofit/>
          </a:bodyPr>
          <a:lstStyle/>
          <a:p>
            <a:pPr algn="r">
              <a:defRPr sz="1000" b="0">
                <a:solidFill>
                  <a:srgbClr val="000000"/>
                </a:solidFill>
                <a:latin typeface="Arial"/>
                <a:ea typeface="Arial"/>
                <a:cs typeface="Arial"/>
              </a:defRPr>
            </a:pPr>
            <a:r>
              <a:rPr lang="pt-BR" dirty="0"/>
              <a:t>13</a:t>
            </a:r>
            <a:endParaRPr dirty="0"/>
          </a:p>
        </p:txBody>
      </p:sp>
      <p:sp>
        <p:nvSpPr>
          <p:cNvPr id="2" name="s6-title">
            <a:extLst>
              <a:ext uri="{FF2B5EF4-FFF2-40B4-BE49-F238E27FC236}">
                <a16:creationId xmlns:a16="http://schemas.microsoft.com/office/drawing/2014/main" id="{62A329D4-5BBB-1F7F-82C3-B644C772DB1C}"/>
              </a:ext>
            </a:extLst>
          </p:cNvPr>
          <p:cNvSpPr>
            <a:spLocks noGrp="1"/>
          </p:cNvSpPr>
          <p:nvPr/>
        </p:nvSpPr>
        <p:spPr>
          <a:xfrm>
            <a:off x="457200" y="419100"/>
            <a:ext cx="11277600" cy="609600"/>
          </a:xfrm>
          <a:prstGeom prst="rect">
            <a:avLst/>
          </a:prstGeom>
        </p:spPr>
        <p:txBody>
          <a:bodyPr wrap="square" lIns="0" tIns="0" rIns="0" bIns="0" anchor="t">
            <a:noAutofit/>
          </a:bodyPr>
          <a:lstStyle/>
          <a:p>
            <a:pPr algn="l">
              <a:defRPr sz="3150" b="1">
                <a:solidFill>
                  <a:srgbClr val="000000"/>
                </a:solidFill>
                <a:latin typeface="Arial"/>
                <a:ea typeface="Arial"/>
                <a:cs typeface="Arial"/>
              </a:defRPr>
            </a:pPr>
            <a:r>
              <a:rPr lang="pt-BR" dirty="0"/>
              <a:t>Arquitetura Distribuída do MVP</a:t>
            </a:r>
            <a:endParaRPr dirty="0"/>
          </a:p>
        </p:txBody>
      </p:sp>
      <p:pic>
        <p:nvPicPr>
          <p:cNvPr id="19" name="Imagem 18">
            <a:extLst>
              <a:ext uri="{FF2B5EF4-FFF2-40B4-BE49-F238E27FC236}">
                <a16:creationId xmlns:a16="http://schemas.microsoft.com/office/drawing/2014/main" id="{1772F2EB-3F57-8B75-E488-A7282A4764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0120" y="1113568"/>
            <a:ext cx="9500616" cy="5344096"/>
          </a:xfrm>
          <a:prstGeom prst="rect">
            <a:avLst/>
          </a:prstGeom>
        </p:spPr>
      </p:pic>
    </p:spTree>
    <p:extLst>
      <p:ext uri="{BB962C8B-B14F-4D97-AF65-F5344CB8AC3E}">
        <p14:creationId xmlns:p14="http://schemas.microsoft.com/office/powerpoint/2010/main" val="2373206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3F1B8-E893-B9D9-0844-D2DB1D44CD7A}"/>
            </a:ext>
          </a:extLst>
        </p:cNvPr>
        <p:cNvGrpSpPr/>
        <p:nvPr/>
      </p:nvGrpSpPr>
      <p:grpSpPr>
        <a:xfrm>
          <a:off x="0" y="0"/>
          <a:ext cx="0" cy="0"/>
          <a:chOff x="0" y="0"/>
          <a:chExt cx="0" cy="0"/>
        </a:xfrm>
      </p:grpSpPr>
      <p:sp>
        <p:nvSpPr>
          <p:cNvPr id="17" name="footer-6">
            <a:extLst>
              <a:ext uri="{FF2B5EF4-FFF2-40B4-BE49-F238E27FC236}">
                <a16:creationId xmlns:a16="http://schemas.microsoft.com/office/drawing/2014/main" id="{D2FCD123-C727-66F7-2AF5-23AF2AA37AD7}"/>
              </a:ext>
            </a:extLst>
          </p:cNvPr>
          <p:cNvSpPr>
            <a:spLocks noGrp="1"/>
          </p:cNvSpPr>
          <p:nvPr/>
        </p:nvSpPr>
        <p:spPr>
          <a:xfrm>
            <a:off x="11277600" y="6276975"/>
            <a:ext cx="523875" cy="238125"/>
          </a:xfrm>
          <a:prstGeom prst="rect">
            <a:avLst/>
          </a:prstGeom>
        </p:spPr>
        <p:txBody>
          <a:bodyPr wrap="square" lIns="0" tIns="0" rIns="0" bIns="0" anchor="b">
            <a:noAutofit/>
          </a:bodyPr>
          <a:lstStyle/>
          <a:p>
            <a:pPr algn="r">
              <a:defRPr sz="1000" b="0">
                <a:solidFill>
                  <a:srgbClr val="000000"/>
                </a:solidFill>
                <a:latin typeface="Arial"/>
                <a:ea typeface="Arial"/>
                <a:cs typeface="Arial"/>
              </a:defRPr>
            </a:pPr>
            <a:r>
              <a:rPr lang="pt-BR" dirty="0"/>
              <a:t>14</a:t>
            </a:r>
            <a:endParaRPr dirty="0"/>
          </a:p>
        </p:txBody>
      </p:sp>
      <p:sp>
        <p:nvSpPr>
          <p:cNvPr id="2" name="s6-title">
            <a:extLst>
              <a:ext uri="{FF2B5EF4-FFF2-40B4-BE49-F238E27FC236}">
                <a16:creationId xmlns:a16="http://schemas.microsoft.com/office/drawing/2014/main" id="{AB01A184-7712-B1FE-678F-88A7135B3263}"/>
              </a:ext>
            </a:extLst>
          </p:cNvPr>
          <p:cNvSpPr>
            <a:spLocks noGrp="1"/>
          </p:cNvSpPr>
          <p:nvPr/>
        </p:nvSpPr>
        <p:spPr>
          <a:xfrm>
            <a:off x="457200" y="419100"/>
            <a:ext cx="11277600" cy="609600"/>
          </a:xfrm>
          <a:prstGeom prst="rect">
            <a:avLst/>
          </a:prstGeom>
        </p:spPr>
        <p:txBody>
          <a:bodyPr wrap="square" lIns="0" tIns="0" rIns="0" bIns="0" anchor="t">
            <a:noAutofit/>
          </a:bodyPr>
          <a:lstStyle/>
          <a:p>
            <a:pPr algn="l">
              <a:defRPr sz="3150" b="1">
                <a:solidFill>
                  <a:srgbClr val="000000"/>
                </a:solidFill>
                <a:latin typeface="Arial"/>
                <a:ea typeface="Arial"/>
                <a:cs typeface="Arial"/>
              </a:defRPr>
            </a:pPr>
            <a:r>
              <a:rPr lang="pt-BR" dirty="0"/>
              <a:t>Orquestrador do MVP</a:t>
            </a:r>
            <a:endParaRPr dirty="0"/>
          </a:p>
        </p:txBody>
      </p:sp>
      <p:pic>
        <p:nvPicPr>
          <p:cNvPr id="4" name="Imagem 3">
            <a:extLst>
              <a:ext uri="{FF2B5EF4-FFF2-40B4-BE49-F238E27FC236}">
                <a16:creationId xmlns:a16="http://schemas.microsoft.com/office/drawing/2014/main" id="{DB2FD132-1292-5997-3007-4D563A4A62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1200" y="1112400"/>
            <a:ext cx="9510249" cy="5349515"/>
          </a:xfrm>
          <a:prstGeom prst="rect">
            <a:avLst/>
          </a:prstGeom>
        </p:spPr>
      </p:pic>
    </p:spTree>
    <p:extLst>
      <p:ext uri="{BB962C8B-B14F-4D97-AF65-F5344CB8AC3E}">
        <p14:creationId xmlns:p14="http://schemas.microsoft.com/office/powerpoint/2010/main" val="3547359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58529-9B44-4ED2-4A40-89A904DB2C8C}"/>
            </a:ext>
          </a:extLst>
        </p:cNvPr>
        <p:cNvGrpSpPr/>
        <p:nvPr/>
      </p:nvGrpSpPr>
      <p:grpSpPr>
        <a:xfrm>
          <a:off x="0" y="0"/>
          <a:ext cx="0" cy="0"/>
          <a:chOff x="0" y="0"/>
          <a:chExt cx="0" cy="0"/>
        </a:xfrm>
      </p:grpSpPr>
      <p:sp>
        <p:nvSpPr>
          <p:cNvPr id="17" name="footer-6">
            <a:extLst>
              <a:ext uri="{FF2B5EF4-FFF2-40B4-BE49-F238E27FC236}">
                <a16:creationId xmlns:a16="http://schemas.microsoft.com/office/drawing/2014/main" id="{7E3744EF-C02B-BD10-A384-86072767428E}"/>
              </a:ext>
            </a:extLst>
          </p:cNvPr>
          <p:cNvSpPr>
            <a:spLocks noGrp="1"/>
          </p:cNvSpPr>
          <p:nvPr/>
        </p:nvSpPr>
        <p:spPr>
          <a:xfrm>
            <a:off x="11277600" y="6276975"/>
            <a:ext cx="523875" cy="238125"/>
          </a:xfrm>
          <a:prstGeom prst="rect">
            <a:avLst/>
          </a:prstGeom>
        </p:spPr>
        <p:txBody>
          <a:bodyPr wrap="square" lIns="0" tIns="0" rIns="0" bIns="0" anchor="b">
            <a:noAutofit/>
          </a:bodyPr>
          <a:lstStyle/>
          <a:p>
            <a:pPr algn="r">
              <a:defRPr sz="1000" b="0">
                <a:solidFill>
                  <a:srgbClr val="000000"/>
                </a:solidFill>
                <a:latin typeface="Arial"/>
                <a:ea typeface="Arial"/>
                <a:cs typeface="Arial"/>
              </a:defRPr>
            </a:pPr>
            <a:r>
              <a:rPr lang="pt-BR" dirty="0"/>
              <a:t>15</a:t>
            </a:r>
            <a:endParaRPr dirty="0"/>
          </a:p>
        </p:txBody>
      </p:sp>
      <p:sp>
        <p:nvSpPr>
          <p:cNvPr id="2" name="s6-title">
            <a:extLst>
              <a:ext uri="{FF2B5EF4-FFF2-40B4-BE49-F238E27FC236}">
                <a16:creationId xmlns:a16="http://schemas.microsoft.com/office/drawing/2014/main" id="{31AEA3C3-23A5-1263-4925-C03D92031D14}"/>
              </a:ext>
            </a:extLst>
          </p:cNvPr>
          <p:cNvSpPr>
            <a:spLocks noGrp="1"/>
          </p:cNvSpPr>
          <p:nvPr/>
        </p:nvSpPr>
        <p:spPr>
          <a:xfrm>
            <a:off x="457200" y="419100"/>
            <a:ext cx="11277600" cy="609600"/>
          </a:xfrm>
          <a:prstGeom prst="rect">
            <a:avLst/>
          </a:prstGeom>
        </p:spPr>
        <p:txBody>
          <a:bodyPr wrap="square" lIns="0" tIns="0" rIns="0" bIns="0" anchor="t">
            <a:noAutofit/>
          </a:bodyPr>
          <a:lstStyle/>
          <a:p>
            <a:pPr algn="l">
              <a:defRPr sz="3150" b="1">
                <a:solidFill>
                  <a:srgbClr val="000000"/>
                </a:solidFill>
                <a:latin typeface="Arial"/>
                <a:ea typeface="Arial"/>
                <a:cs typeface="Arial"/>
              </a:defRPr>
            </a:pPr>
            <a:r>
              <a:rPr lang="pt-BR" dirty="0"/>
              <a:t>Arquitetura Distribuída – Evolução Proposta </a:t>
            </a:r>
            <a:endParaRPr dirty="0"/>
          </a:p>
        </p:txBody>
      </p:sp>
      <p:pic>
        <p:nvPicPr>
          <p:cNvPr id="5" name="Imagem 4">
            <a:extLst>
              <a:ext uri="{FF2B5EF4-FFF2-40B4-BE49-F238E27FC236}">
                <a16:creationId xmlns:a16="http://schemas.microsoft.com/office/drawing/2014/main" id="{F872D2F2-112B-D422-52E1-07A7D08643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145" y="1089385"/>
            <a:ext cx="9510249" cy="5349515"/>
          </a:xfrm>
          <a:prstGeom prst="rect">
            <a:avLst/>
          </a:prstGeom>
        </p:spPr>
      </p:pic>
    </p:spTree>
    <p:extLst>
      <p:ext uri="{BB962C8B-B14F-4D97-AF65-F5344CB8AC3E}">
        <p14:creationId xmlns:p14="http://schemas.microsoft.com/office/powerpoint/2010/main" val="170647538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TotalTime>
  <Words>1174</Words>
  <Application>Microsoft Office PowerPoint</Application>
  <DocSecurity>0</DocSecurity>
  <PresentationFormat>Widescreen</PresentationFormat>
  <Paragraphs>191</Paragraphs>
  <Slides>16</Slides>
  <Notes>16</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16</vt:i4>
      </vt:variant>
    </vt:vector>
  </HeadingPairs>
  <TitlesOfParts>
    <vt:vector size="19" baseType="lpstr">
      <vt:lpstr>Arial</vt:lpstr>
      <vt:lpstr>Calibri</vt:lpstr>
      <vt:lpstr>ChatGPT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Edoardo Bianco</cp:lastModifiedBy>
  <cp:revision>1</cp:revision>
  <dcterms:created xsi:type="dcterms:W3CDTF">2026-07-16T17:10:50Z</dcterms:created>
  <dcterms:modified xsi:type="dcterms:W3CDTF">2026-07-17T11:46:21Z</dcterms:modified>
</cp:coreProperties>
</file>